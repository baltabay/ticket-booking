
<file path=[Content_Types].xml><?xml version="1.0" encoding="utf-8"?>
<Types xmlns="http://schemas.openxmlformats.org/package/2006/content-types">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theme/theme1.xml" ContentType="application/vnd.openxmlformats-officedocument.theme+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_rels/slideLayout9.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media/image9.png" ContentType="image/png"/>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19.png" ContentType="image/png"/>
  <Override PartName="/ppt/media/image20.png" ContentType="image/png"/>
  <Override PartName="/ppt/media/image21.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_rels/presentation.xml.rels" ContentType="application/vnd.openxmlformats-package.relationships+xml"/>
  <Override PartName="/ppt/slides/slide9.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_rels/slide9.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Lst>
  <p:sldSz cx="12192000" cy="6858000"/>
  <p:notesSz cx="7559675" cy="10691812"/>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21040"/>
            <a:ext cx="10972440" cy="1250280"/>
          </a:xfrm>
          <a:prstGeom prst="rect">
            <a:avLst/>
          </a:prstGeom>
        </p:spPr>
        <p:txBody>
          <a:bodyPr lIns="0" rIns="0" tIns="0" bIns="0" anchor="ctr"/>
          <a:p>
            <a:pPr algn="ctr"/>
            <a:endParaRPr b="0" lang="ru-RU" sz="4400" spc="-1" strike="noStrike">
              <a:solidFill>
                <a:srgbClr val="000000"/>
              </a:solidFill>
              <a:uFill>
                <a:solidFill>
                  <a:srgbClr val="ffffff"/>
                </a:solidFill>
              </a:uFill>
              <a:latin typeface="Arial"/>
            </a:endParaRPr>
          </a:p>
        </p:txBody>
      </p:sp>
      <p:sp>
        <p:nvSpPr>
          <p:cNvPr id="3" name="PlaceHolder 2"/>
          <p:cNvSpPr>
            <a:spLocks noGrp="1"/>
          </p:cNvSpPr>
          <p:nvPr>
            <p:ph type="subTitle"/>
          </p:nvPr>
        </p:nvSpPr>
        <p:spPr>
          <a:xfrm>
            <a:off x="609480" y="1604520"/>
            <a:ext cx="10972440" cy="3977280"/>
          </a:xfrm>
          <a:prstGeom prst="rect">
            <a:avLst/>
          </a:prstGeom>
        </p:spPr>
        <p:txBody>
          <a:bodyPr lIns="0" rIns="0" tIns="0" bIns="0" anchor="ctr"/>
          <a:p>
            <a:pPr algn="ctr"/>
            <a:endParaRPr b="0" lang="ru-RU" sz="3200" spc="-1" strike="noStrike">
              <a:solidFill>
                <a:srgbClr val="000000"/>
              </a:solidFill>
              <a:uFill>
                <a:solidFill>
                  <a:srgbClr val="ffffff"/>
                </a:solidFill>
              </a:u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21040"/>
            <a:ext cx="10972440" cy="1250280"/>
          </a:xfrm>
          <a:prstGeom prst="rect">
            <a:avLst/>
          </a:prstGeom>
        </p:spPr>
        <p:txBody>
          <a:bodyPr lIns="0" rIns="0" tIns="0" bIns="0" anchor="ctr"/>
          <a:p>
            <a:pPr algn="ctr"/>
            <a:endParaRPr b="0" lang="ru-RU" sz="4400" spc="-1" strike="noStrike">
              <a:solidFill>
                <a:srgbClr val="000000"/>
              </a:solidFill>
              <a:uFill>
                <a:solidFill>
                  <a:srgbClr val="ffffff"/>
                </a:solidFill>
              </a:uFill>
              <a:latin typeface="Arial"/>
            </a:endParaRPr>
          </a:p>
        </p:txBody>
      </p:sp>
      <p:sp>
        <p:nvSpPr>
          <p:cNvPr id="5" name="PlaceHolder 2"/>
          <p:cNvSpPr>
            <a:spLocks noGrp="1"/>
          </p:cNvSpPr>
          <p:nvPr>
            <p:ph type="body"/>
          </p:nvPr>
        </p:nvSpPr>
        <p:spPr>
          <a:xfrm>
            <a:off x="609480" y="1604520"/>
            <a:ext cx="10972440" cy="3977280"/>
          </a:xfrm>
          <a:prstGeom prst="rect">
            <a:avLst/>
          </a:prstGeom>
        </p:spPr>
        <p:txBody>
          <a:bodyPr lIns="0" rIns="0" tIns="0" bIns="0"/>
          <a:p>
            <a:endParaRPr b="0" lang="ru-RU" sz="3200" spc="-1" strike="noStrike">
              <a:solidFill>
                <a:srgbClr val="000000"/>
              </a:solidFill>
              <a:uFill>
                <a:solidFill>
                  <a:srgbClr val="ffffff"/>
                </a:solidFill>
              </a:u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21040"/>
            <a:ext cx="10972440" cy="1250280"/>
          </a:xfrm>
          <a:prstGeom prst="rect">
            <a:avLst/>
          </a:prstGeom>
        </p:spPr>
        <p:txBody>
          <a:bodyPr lIns="0" rIns="0" tIns="0" bIns="0" anchor="ctr"/>
          <a:p>
            <a:pPr algn="ctr"/>
            <a:endParaRPr b="0" lang="ru-RU" sz="4400" spc="-1" strike="noStrike">
              <a:solidFill>
                <a:srgbClr val="000000"/>
              </a:solidFill>
              <a:uFill>
                <a:solidFill>
                  <a:srgbClr val="ffffff"/>
                </a:solidFill>
              </a:uFill>
              <a:latin typeface="Arial"/>
            </a:endParaRPr>
          </a:p>
        </p:txBody>
      </p:sp>
      <p:sp>
        <p:nvSpPr>
          <p:cNvPr id="7" name="PlaceHolder 2"/>
          <p:cNvSpPr>
            <a:spLocks noGrp="1"/>
          </p:cNvSpPr>
          <p:nvPr>
            <p:ph type="body"/>
          </p:nvPr>
        </p:nvSpPr>
        <p:spPr>
          <a:xfrm>
            <a:off x="609480" y="1604520"/>
            <a:ext cx="5354280" cy="3977280"/>
          </a:xfrm>
          <a:prstGeom prst="rect">
            <a:avLst/>
          </a:prstGeom>
        </p:spPr>
        <p:txBody>
          <a:bodyPr lIns="0" rIns="0" tIns="0" bIns="0"/>
          <a:p>
            <a:endParaRPr b="0" lang="ru-RU" sz="3200" spc="-1" strike="noStrike">
              <a:solidFill>
                <a:srgbClr val="000000"/>
              </a:solidFill>
              <a:uFill>
                <a:solidFill>
                  <a:srgbClr val="ffffff"/>
                </a:solidFill>
              </a:uFill>
              <a:latin typeface="Arial"/>
            </a:endParaRPr>
          </a:p>
        </p:txBody>
      </p:sp>
      <p:sp>
        <p:nvSpPr>
          <p:cNvPr id="8" name="PlaceHolder 3"/>
          <p:cNvSpPr>
            <a:spLocks noGrp="1"/>
          </p:cNvSpPr>
          <p:nvPr>
            <p:ph type="body"/>
          </p:nvPr>
        </p:nvSpPr>
        <p:spPr>
          <a:xfrm>
            <a:off x="6231960" y="1604520"/>
            <a:ext cx="5354280" cy="3977280"/>
          </a:xfrm>
          <a:prstGeom prst="rect">
            <a:avLst/>
          </a:prstGeom>
        </p:spPr>
        <p:txBody>
          <a:bodyPr lIns="0" rIns="0" tIns="0" bIns="0"/>
          <a:p>
            <a:endParaRPr b="0" lang="ru-RU" sz="3200" spc="-1" strike="noStrike">
              <a:solidFill>
                <a:srgbClr val="000000"/>
              </a:solidFill>
              <a:uFill>
                <a:solidFill>
                  <a:srgbClr val="ffffff"/>
                </a:solidFill>
              </a:u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21040"/>
            <a:ext cx="10972440" cy="1250280"/>
          </a:xfrm>
          <a:prstGeom prst="rect">
            <a:avLst/>
          </a:prstGeom>
        </p:spPr>
        <p:txBody>
          <a:bodyPr lIns="0" rIns="0" tIns="0" bIns="0" anchor="ctr"/>
          <a:p>
            <a:pPr algn="ctr"/>
            <a:endParaRPr b="0" lang="ru-RU" sz="4400" spc="-1" strike="noStrike">
              <a:solidFill>
                <a:srgbClr val="000000"/>
              </a:solidFill>
              <a:uFill>
                <a:solidFill>
                  <a:srgbClr val="ffffff"/>
                </a:solidFill>
              </a:u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p:spPr>
        <p:txBody>
          <a:bodyPr lIns="0" rIns="0" tIns="0" bIns="0" anchor="ctr"/>
          <a:p>
            <a:pPr algn="ctr"/>
            <a:endParaRPr b="0" lang="ru-RU" sz="3200" spc="-1" strike="noStrike">
              <a:solidFill>
                <a:srgbClr val="000000"/>
              </a:solidFill>
              <a:uFill>
                <a:solidFill>
                  <a:srgbClr val="ffffff"/>
                </a:solidFill>
              </a:u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21040"/>
            <a:ext cx="10972440" cy="1250280"/>
          </a:xfrm>
          <a:prstGeom prst="rect">
            <a:avLst/>
          </a:prstGeom>
        </p:spPr>
        <p:txBody>
          <a:bodyPr lIns="0" rIns="0" tIns="0" bIns="0" anchor="ctr"/>
          <a:p>
            <a:pPr algn="ctr"/>
            <a:endParaRPr b="0" lang="ru-RU" sz="4400" spc="-1" strike="noStrike">
              <a:solidFill>
                <a:srgbClr val="000000"/>
              </a:solidFill>
              <a:uFill>
                <a:solidFill>
                  <a:srgbClr val="ffffff"/>
                </a:solidFill>
              </a:uFill>
              <a:latin typeface="Arial"/>
            </a:endParaRPr>
          </a:p>
        </p:txBody>
      </p:sp>
      <p:sp>
        <p:nvSpPr>
          <p:cNvPr id="12" name="PlaceHolder 2"/>
          <p:cNvSpPr>
            <a:spLocks noGrp="1"/>
          </p:cNvSpPr>
          <p:nvPr>
            <p:ph type="body"/>
          </p:nvPr>
        </p:nvSpPr>
        <p:spPr>
          <a:xfrm>
            <a:off x="609480" y="1604520"/>
            <a:ext cx="5354280" cy="1896840"/>
          </a:xfrm>
          <a:prstGeom prst="rect">
            <a:avLst/>
          </a:prstGeom>
        </p:spPr>
        <p:txBody>
          <a:bodyPr lIns="0" rIns="0" tIns="0" bIns="0"/>
          <a:p>
            <a:endParaRPr b="0" lang="ru-RU" sz="3200" spc="-1" strike="noStrike">
              <a:solidFill>
                <a:srgbClr val="000000"/>
              </a:solidFill>
              <a:uFill>
                <a:solidFill>
                  <a:srgbClr val="ffffff"/>
                </a:solidFill>
              </a:uFill>
              <a:latin typeface="Arial"/>
            </a:endParaRPr>
          </a:p>
        </p:txBody>
      </p:sp>
      <p:sp>
        <p:nvSpPr>
          <p:cNvPr id="13" name="PlaceHolder 3"/>
          <p:cNvSpPr>
            <a:spLocks noGrp="1"/>
          </p:cNvSpPr>
          <p:nvPr>
            <p:ph type="body"/>
          </p:nvPr>
        </p:nvSpPr>
        <p:spPr>
          <a:xfrm>
            <a:off x="609480" y="3682080"/>
            <a:ext cx="5354280" cy="1896840"/>
          </a:xfrm>
          <a:prstGeom prst="rect">
            <a:avLst/>
          </a:prstGeom>
        </p:spPr>
        <p:txBody>
          <a:bodyPr lIns="0" rIns="0" tIns="0" bIns="0"/>
          <a:p>
            <a:endParaRPr b="0" lang="ru-RU" sz="3200" spc="-1" strike="noStrike">
              <a:solidFill>
                <a:srgbClr val="000000"/>
              </a:solidFill>
              <a:uFill>
                <a:solidFill>
                  <a:srgbClr val="ffffff"/>
                </a:solidFill>
              </a:uFill>
              <a:latin typeface="Arial"/>
            </a:endParaRPr>
          </a:p>
        </p:txBody>
      </p:sp>
      <p:sp>
        <p:nvSpPr>
          <p:cNvPr id="14" name="PlaceHolder 4"/>
          <p:cNvSpPr>
            <a:spLocks noGrp="1"/>
          </p:cNvSpPr>
          <p:nvPr>
            <p:ph type="body"/>
          </p:nvPr>
        </p:nvSpPr>
        <p:spPr>
          <a:xfrm>
            <a:off x="6231960" y="1604520"/>
            <a:ext cx="5354280" cy="3977280"/>
          </a:xfrm>
          <a:prstGeom prst="rect">
            <a:avLst/>
          </a:prstGeom>
        </p:spPr>
        <p:txBody>
          <a:bodyPr lIns="0" rIns="0" tIns="0" bIns="0"/>
          <a:p>
            <a:endParaRPr b="0" lang="ru-RU" sz="3200" spc="-1" strike="noStrike">
              <a:solidFill>
                <a:srgbClr val="000000"/>
              </a:solidFill>
              <a:uFill>
                <a:solidFill>
                  <a:srgbClr val="ffffff"/>
                </a:solidFill>
              </a:u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21040"/>
            <a:ext cx="10972440" cy="1250280"/>
          </a:xfrm>
          <a:prstGeom prst="rect">
            <a:avLst/>
          </a:prstGeom>
        </p:spPr>
        <p:txBody>
          <a:bodyPr lIns="0" rIns="0" tIns="0" bIns="0" anchor="ctr"/>
          <a:p>
            <a:pPr algn="ctr"/>
            <a:endParaRPr b="0" lang="ru-RU" sz="4400" spc="-1" strike="noStrike">
              <a:solidFill>
                <a:srgbClr val="000000"/>
              </a:solidFill>
              <a:uFill>
                <a:solidFill>
                  <a:srgbClr val="ffffff"/>
                </a:solidFill>
              </a:uFill>
              <a:latin typeface="Arial"/>
            </a:endParaRPr>
          </a:p>
        </p:txBody>
      </p:sp>
      <p:sp>
        <p:nvSpPr>
          <p:cNvPr id="16" name="PlaceHolder 2"/>
          <p:cNvSpPr>
            <a:spLocks noGrp="1"/>
          </p:cNvSpPr>
          <p:nvPr>
            <p:ph type="body"/>
          </p:nvPr>
        </p:nvSpPr>
        <p:spPr>
          <a:xfrm>
            <a:off x="609480" y="1604520"/>
            <a:ext cx="5354280" cy="3977280"/>
          </a:xfrm>
          <a:prstGeom prst="rect">
            <a:avLst/>
          </a:prstGeom>
        </p:spPr>
        <p:txBody>
          <a:bodyPr lIns="0" rIns="0" tIns="0" bIns="0"/>
          <a:p>
            <a:endParaRPr b="0" lang="ru-RU" sz="3200" spc="-1" strike="noStrike">
              <a:solidFill>
                <a:srgbClr val="000000"/>
              </a:solidFill>
              <a:uFill>
                <a:solidFill>
                  <a:srgbClr val="ffffff"/>
                </a:solidFill>
              </a:uFill>
              <a:latin typeface="Arial"/>
            </a:endParaRPr>
          </a:p>
        </p:txBody>
      </p:sp>
      <p:sp>
        <p:nvSpPr>
          <p:cNvPr id="17" name="PlaceHolder 3"/>
          <p:cNvSpPr>
            <a:spLocks noGrp="1"/>
          </p:cNvSpPr>
          <p:nvPr>
            <p:ph type="body"/>
          </p:nvPr>
        </p:nvSpPr>
        <p:spPr>
          <a:xfrm>
            <a:off x="6231960" y="1604520"/>
            <a:ext cx="5354280" cy="1896840"/>
          </a:xfrm>
          <a:prstGeom prst="rect">
            <a:avLst/>
          </a:prstGeom>
        </p:spPr>
        <p:txBody>
          <a:bodyPr lIns="0" rIns="0" tIns="0" bIns="0"/>
          <a:p>
            <a:endParaRPr b="0" lang="ru-RU" sz="3200" spc="-1" strike="noStrike">
              <a:solidFill>
                <a:srgbClr val="000000"/>
              </a:solidFill>
              <a:uFill>
                <a:solidFill>
                  <a:srgbClr val="ffffff"/>
                </a:solidFill>
              </a:uFill>
              <a:latin typeface="Arial"/>
            </a:endParaRPr>
          </a:p>
        </p:txBody>
      </p:sp>
      <p:sp>
        <p:nvSpPr>
          <p:cNvPr id="18" name="PlaceHolder 4"/>
          <p:cNvSpPr>
            <a:spLocks noGrp="1"/>
          </p:cNvSpPr>
          <p:nvPr>
            <p:ph type="body"/>
          </p:nvPr>
        </p:nvSpPr>
        <p:spPr>
          <a:xfrm>
            <a:off x="6231960" y="3682080"/>
            <a:ext cx="5354280" cy="1896840"/>
          </a:xfrm>
          <a:prstGeom prst="rect">
            <a:avLst/>
          </a:prstGeom>
        </p:spPr>
        <p:txBody>
          <a:bodyPr lIns="0" rIns="0" tIns="0" bIns="0"/>
          <a:p>
            <a:endParaRPr b="0" lang="ru-RU" sz="3200" spc="-1" strike="noStrike">
              <a:solidFill>
                <a:srgbClr val="000000"/>
              </a:solidFill>
              <a:uFill>
                <a:solidFill>
                  <a:srgbClr val="ffffff"/>
                </a:solidFill>
              </a:u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21040"/>
            <a:ext cx="10972440" cy="1250280"/>
          </a:xfrm>
          <a:prstGeom prst="rect">
            <a:avLst/>
          </a:prstGeom>
        </p:spPr>
        <p:txBody>
          <a:bodyPr lIns="0" rIns="0" tIns="0" bIns="0" anchor="ctr"/>
          <a:p>
            <a:pPr algn="ctr"/>
            <a:endParaRPr b="0" lang="ru-RU" sz="4400" spc="-1" strike="noStrike">
              <a:solidFill>
                <a:srgbClr val="000000"/>
              </a:solidFill>
              <a:uFill>
                <a:solidFill>
                  <a:srgbClr val="ffffff"/>
                </a:solidFill>
              </a:uFill>
              <a:latin typeface="Arial"/>
            </a:endParaRPr>
          </a:p>
        </p:txBody>
      </p:sp>
      <p:sp>
        <p:nvSpPr>
          <p:cNvPr id="20" name="PlaceHolder 2"/>
          <p:cNvSpPr>
            <a:spLocks noGrp="1"/>
          </p:cNvSpPr>
          <p:nvPr>
            <p:ph type="body"/>
          </p:nvPr>
        </p:nvSpPr>
        <p:spPr>
          <a:xfrm>
            <a:off x="609480" y="1604520"/>
            <a:ext cx="5354280" cy="1896840"/>
          </a:xfrm>
          <a:prstGeom prst="rect">
            <a:avLst/>
          </a:prstGeom>
        </p:spPr>
        <p:txBody>
          <a:bodyPr lIns="0" rIns="0" tIns="0" bIns="0"/>
          <a:p>
            <a:endParaRPr b="0" lang="ru-RU" sz="3200" spc="-1" strike="noStrike">
              <a:solidFill>
                <a:srgbClr val="000000"/>
              </a:solidFill>
              <a:uFill>
                <a:solidFill>
                  <a:srgbClr val="ffffff"/>
                </a:solidFill>
              </a:uFill>
              <a:latin typeface="Arial"/>
            </a:endParaRPr>
          </a:p>
        </p:txBody>
      </p:sp>
      <p:sp>
        <p:nvSpPr>
          <p:cNvPr id="21" name="PlaceHolder 3"/>
          <p:cNvSpPr>
            <a:spLocks noGrp="1"/>
          </p:cNvSpPr>
          <p:nvPr>
            <p:ph type="body"/>
          </p:nvPr>
        </p:nvSpPr>
        <p:spPr>
          <a:xfrm>
            <a:off x="6231960" y="1604520"/>
            <a:ext cx="5354280" cy="1896840"/>
          </a:xfrm>
          <a:prstGeom prst="rect">
            <a:avLst/>
          </a:prstGeom>
        </p:spPr>
        <p:txBody>
          <a:bodyPr lIns="0" rIns="0" tIns="0" bIns="0"/>
          <a:p>
            <a:endParaRPr b="0" lang="ru-RU" sz="3200" spc="-1" strike="noStrike">
              <a:solidFill>
                <a:srgbClr val="000000"/>
              </a:solidFill>
              <a:uFill>
                <a:solidFill>
                  <a:srgbClr val="ffffff"/>
                </a:solidFill>
              </a:uFill>
              <a:latin typeface="Arial"/>
            </a:endParaRPr>
          </a:p>
        </p:txBody>
      </p:sp>
      <p:sp>
        <p:nvSpPr>
          <p:cNvPr id="22" name="PlaceHolder 4"/>
          <p:cNvSpPr>
            <a:spLocks noGrp="1"/>
          </p:cNvSpPr>
          <p:nvPr>
            <p:ph type="body"/>
          </p:nvPr>
        </p:nvSpPr>
        <p:spPr>
          <a:xfrm>
            <a:off x="609480" y="3682080"/>
            <a:ext cx="10972440" cy="1896840"/>
          </a:xfrm>
          <a:prstGeom prst="rect">
            <a:avLst/>
          </a:prstGeom>
        </p:spPr>
        <p:txBody>
          <a:bodyPr lIns="0" rIns="0" tIns="0" bIns="0"/>
          <a:p>
            <a:endParaRPr b="0" lang="ru-RU" sz="3200" spc="-1" strike="noStrike">
              <a:solidFill>
                <a:srgbClr val="000000"/>
              </a:solidFill>
              <a:uFill>
                <a:solidFill>
                  <a:srgbClr val="ffffff"/>
                </a:solidFill>
              </a:u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21040"/>
            <a:ext cx="10972440" cy="1250280"/>
          </a:xfrm>
          <a:prstGeom prst="rect">
            <a:avLst/>
          </a:prstGeom>
        </p:spPr>
        <p:txBody>
          <a:bodyPr lIns="0" rIns="0" tIns="0" bIns="0" anchor="ctr"/>
          <a:p>
            <a:pPr algn="ctr"/>
            <a:endParaRPr b="0" lang="ru-RU" sz="4400" spc="-1" strike="noStrike">
              <a:solidFill>
                <a:srgbClr val="000000"/>
              </a:solidFill>
              <a:uFill>
                <a:solidFill>
                  <a:srgbClr val="ffffff"/>
                </a:solidFill>
              </a:uFill>
              <a:latin typeface="Arial"/>
            </a:endParaRPr>
          </a:p>
        </p:txBody>
      </p:sp>
      <p:sp>
        <p:nvSpPr>
          <p:cNvPr id="24" name="PlaceHolder 2"/>
          <p:cNvSpPr>
            <a:spLocks noGrp="1"/>
          </p:cNvSpPr>
          <p:nvPr>
            <p:ph type="body"/>
          </p:nvPr>
        </p:nvSpPr>
        <p:spPr>
          <a:xfrm>
            <a:off x="609480" y="1604520"/>
            <a:ext cx="10972440" cy="1896840"/>
          </a:xfrm>
          <a:prstGeom prst="rect">
            <a:avLst/>
          </a:prstGeom>
        </p:spPr>
        <p:txBody>
          <a:bodyPr lIns="0" rIns="0" tIns="0" bIns="0"/>
          <a:p>
            <a:endParaRPr b="0" lang="ru-RU" sz="3200" spc="-1" strike="noStrike">
              <a:solidFill>
                <a:srgbClr val="000000"/>
              </a:solidFill>
              <a:uFill>
                <a:solidFill>
                  <a:srgbClr val="ffffff"/>
                </a:solidFill>
              </a:uFill>
              <a:latin typeface="Arial"/>
            </a:endParaRPr>
          </a:p>
        </p:txBody>
      </p:sp>
      <p:sp>
        <p:nvSpPr>
          <p:cNvPr id="25" name="PlaceHolder 3"/>
          <p:cNvSpPr>
            <a:spLocks noGrp="1"/>
          </p:cNvSpPr>
          <p:nvPr>
            <p:ph type="body"/>
          </p:nvPr>
        </p:nvSpPr>
        <p:spPr>
          <a:xfrm>
            <a:off x="609480" y="3682080"/>
            <a:ext cx="10972440" cy="1896840"/>
          </a:xfrm>
          <a:prstGeom prst="rect">
            <a:avLst/>
          </a:prstGeom>
        </p:spPr>
        <p:txBody>
          <a:bodyPr lIns="0" rIns="0" tIns="0" bIns="0"/>
          <a:p>
            <a:endParaRPr b="0" lang="ru-RU" sz="3200" spc="-1" strike="noStrike">
              <a:solidFill>
                <a:srgbClr val="000000"/>
              </a:solidFill>
              <a:uFill>
                <a:solidFill>
                  <a:srgbClr val="ffffff"/>
                </a:solidFill>
              </a:u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21040"/>
            <a:ext cx="10972440" cy="1250280"/>
          </a:xfrm>
          <a:prstGeom prst="rect">
            <a:avLst/>
          </a:prstGeom>
        </p:spPr>
        <p:txBody>
          <a:bodyPr lIns="0" rIns="0" tIns="0" bIns="0" anchor="ctr"/>
          <a:p>
            <a:pPr algn="ctr"/>
            <a:endParaRPr b="0" lang="ru-RU" sz="4400" spc="-1" strike="noStrike">
              <a:solidFill>
                <a:srgbClr val="000000"/>
              </a:solidFill>
              <a:uFill>
                <a:solidFill>
                  <a:srgbClr val="ffffff"/>
                </a:solidFill>
              </a:uFill>
              <a:latin typeface="Arial"/>
            </a:endParaRPr>
          </a:p>
        </p:txBody>
      </p:sp>
      <p:sp>
        <p:nvSpPr>
          <p:cNvPr id="27" name="PlaceHolder 2"/>
          <p:cNvSpPr>
            <a:spLocks noGrp="1"/>
          </p:cNvSpPr>
          <p:nvPr>
            <p:ph type="body"/>
          </p:nvPr>
        </p:nvSpPr>
        <p:spPr>
          <a:xfrm>
            <a:off x="609480" y="1604520"/>
            <a:ext cx="5354280" cy="1896840"/>
          </a:xfrm>
          <a:prstGeom prst="rect">
            <a:avLst/>
          </a:prstGeom>
        </p:spPr>
        <p:txBody>
          <a:bodyPr lIns="0" rIns="0" tIns="0" bIns="0"/>
          <a:p>
            <a:endParaRPr b="0" lang="ru-RU" sz="3200" spc="-1" strike="noStrike">
              <a:solidFill>
                <a:srgbClr val="000000"/>
              </a:solidFill>
              <a:uFill>
                <a:solidFill>
                  <a:srgbClr val="ffffff"/>
                </a:solidFill>
              </a:uFill>
              <a:latin typeface="Arial"/>
            </a:endParaRPr>
          </a:p>
        </p:txBody>
      </p:sp>
      <p:sp>
        <p:nvSpPr>
          <p:cNvPr id="28" name="PlaceHolder 3"/>
          <p:cNvSpPr>
            <a:spLocks noGrp="1"/>
          </p:cNvSpPr>
          <p:nvPr>
            <p:ph type="body"/>
          </p:nvPr>
        </p:nvSpPr>
        <p:spPr>
          <a:xfrm>
            <a:off x="6231960" y="1604520"/>
            <a:ext cx="5354280" cy="1896840"/>
          </a:xfrm>
          <a:prstGeom prst="rect">
            <a:avLst/>
          </a:prstGeom>
        </p:spPr>
        <p:txBody>
          <a:bodyPr lIns="0" rIns="0" tIns="0" bIns="0"/>
          <a:p>
            <a:endParaRPr b="0" lang="ru-RU" sz="3200" spc="-1" strike="noStrike">
              <a:solidFill>
                <a:srgbClr val="000000"/>
              </a:solidFill>
              <a:uFill>
                <a:solidFill>
                  <a:srgbClr val="ffffff"/>
                </a:solidFill>
              </a:uFill>
              <a:latin typeface="Arial"/>
            </a:endParaRPr>
          </a:p>
        </p:txBody>
      </p:sp>
      <p:sp>
        <p:nvSpPr>
          <p:cNvPr id="29" name="PlaceHolder 4"/>
          <p:cNvSpPr>
            <a:spLocks noGrp="1"/>
          </p:cNvSpPr>
          <p:nvPr>
            <p:ph type="body"/>
          </p:nvPr>
        </p:nvSpPr>
        <p:spPr>
          <a:xfrm>
            <a:off x="6231960" y="3682080"/>
            <a:ext cx="5354280" cy="1896840"/>
          </a:xfrm>
          <a:prstGeom prst="rect">
            <a:avLst/>
          </a:prstGeom>
        </p:spPr>
        <p:txBody>
          <a:bodyPr lIns="0" rIns="0" tIns="0" bIns="0"/>
          <a:p>
            <a:endParaRPr b="0" lang="ru-RU" sz="3200" spc="-1" strike="noStrike">
              <a:solidFill>
                <a:srgbClr val="000000"/>
              </a:solidFill>
              <a:uFill>
                <a:solidFill>
                  <a:srgbClr val="ffffff"/>
                </a:solidFill>
              </a:uFill>
              <a:latin typeface="Arial"/>
            </a:endParaRPr>
          </a:p>
        </p:txBody>
      </p:sp>
      <p:sp>
        <p:nvSpPr>
          <p:cNvPr id="30" name="PlaceHolder 5"/>
          <p:cNvSpPr>
            <a:spLocks noGrp="1"/>
          </p:cNvSpPr>
          <p:nvPr>
            <p:ph type="body"/>
          </p:nvPr>
        </p:nvSpPr>
        <p:spPr>
          <a:xfrm>
            <a:off x="609480" y="3682080"/>
            <a:ext cx="5354280" cy="1896840"/>
          </a:xfrm>
          <a:prstGeom prst="rect">
            <a:avLst/>
          </a:prstGeom>
        </p:spPr>
        <p:txBody>
          <a:bodyPr lIns="0" rIns="0" tIns="0" bIns="0"/>
          <a:p>
            <a:endParaRPr b="0" lang="ru-RU" sz="3200" spc="-1" strike="noStrike">
              <a:solidFill>
                <a:srgbClr val="000000"/>
              </a:solidFill>
              <a:uFill>
                <a:solidFill>
                  <a:srgbClr val="ffffff"/>
                </a:solidFill>
              </a:u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21040"/>
            <a:ext cx="10972440" cy="1250280"/>
          </a:xfrm>
          <a:prstGeom prst="rect">
            <a:avLst/>
          </a:prstGeom>
        </p:spPr>
        <p:txBody>
          <a:bodyPr lIns="0" rIns="0" tIns="0" bIns="0" anchor="ctr"/>
          <a:p>
            <a:pPr algn="ctr"/>
            <a:endParaRPr b="0" lang="ru-RU" sz="4400" spc="-1" strike="noStrike">
              <a:solidFill>
                <a:srgbClr val="000000"/>
              </a:solidFill>
              <a:uFill>
                <a:solidFill>
                  <a:srgbClr val="ffffff"/>
                </a:solidFill>
              </a:uFill>
              <a:latin typeface="Arial"/>
            </a:endParaRPr>
          </a:p>
        </p:txBody>
      </p:sp>
      <p:sp>
        <p:nvSpPr>
          <p:cNvPr id="32" name="PlaceHolder 2"/>
          <p:cNvSpPr>
            <a:spLocks noGrp="1"/>
          </p:cNvSpPr>
          <p:nvPr>
            <p:ph type="body"/>
          </p:nvPr>
        </p:nvSpPr>
        <p:spPr>
          <a:xfrm>
            <a:off x="609480" y="1604520"/>
            <a:ext cx="10972440" cy="3977280"/>
          </a:xfrm>
          <a:prstGeom prst="rect">
            <a:avLst/>
          </a:prstGeom>
        </p:spPr>
        <p:txBody>
          <a:bodyPr lIns="0" rIns="0" tIns="0" bIns="0"/>
          <a:p>
            <a:endParaRPr b="0" lang="ru-RU" sz="3200" spc="-1" strike="noStrike">
              <a:solidFill>
                <a:srgbClr val="000000"/>
              </a:solidFill>
              <a:uFill>
                <a:solidFill>
                  <a:srgbClr val="ffffff"/>
                </a:solidFill>
              </a:uFill>
              <a:latin typeface="Arial"/>
            </a:endParaRPr>
          </a:p>
        </p:txBody>
      </p:sp>
      <p:sp>
        <p:nvSpPr>
          <p:cNvPr id="33" name="PlaceHolder 3"/>
          <p:cNvSpPr>
            <a:spLocks noGrp="1"/>
          </p:cNvSpPr>
          <p:nvPr>
            <p:ph type="body"/>
          </p:nvPr>
        </p:nvSpPr>
        <p:spPr>
          <a:xfrm>
            <a:off x="609480" y="1604520"/>
            <a:ext cx="10972440" cy="3977280"/>
          </a:xfrm>
          <a:prstGeom prst="rect">
            <a:avLst/>
          </a:prstGeom>
        </p:spPr>
        <p:txBody>
          <a:bodyPr lIns="0" rIns="0" tIns="0" bIns="0"/>
          <a:p>
            <a:endParaRPr b="0" lang="ru-RU" sz="3200" spc="-1" strike="noStrike">
              <a:solidFill>
                <a:srgbClr val="000000"/>
              </a:solidFill>
              <a:uFill>
                <a:solidFill>
                  <a:srgbClr val="ffffff"/>
                </a:solidFill>
              </a:uFill>
              <a:latin typeface="Arial"/>
            </a:endParaRPr>
          </a:p>
        </p:txBody>
      </p:sp>
      <p:pic>
        <p:nvPicPr>
          <p:cNvPr id="34" name="" descr=""/>
          <p:cNvPicPr/>
          <p:nvPr/>
        </p:nvPicPr>
        <p:blipFill>
          <a:blip r:embed="rId2"/>
          <a:stretch/>
        </p:blipFill>
        <p:spPr>
          <a:xfrm>
            <a:off x="3602880" y="1604520"/>
            <a:ext cx="4985280" cy="3977280"/>
          </a:xfrm>
          <a:prstGeom prst="rect">
            <a:avLst/>
          </a:prstGeom>
          <a:ln>
            <a:noFill/>
          </a:ln>
        </p:spPr>
      </p:pic>
      <p:pic>
        <p:nvPicPr>
          <p:cNvPr id="35" name="" descr=""/>
          <p:cNvPicPr/>
          <p:nvPr/>
        </p:nvPicPr>
        <p:blipFill>
          <a:blip r:embed="rId3"/>
          <a:stretch/>
        </p:blipFill>
        <p:spPr>
          <a:xfrm>
            <a:off x="3602880" y="1604520"/>
            <a:ext cx="4985280" cy="3977280"/>
          </a:xfrm>
          <a:prstGeom prst="rect">
            <a:avLst/>
          </a:prstGeom>
          <a:ln>
            <a:noFill/>
          </a:ln>
        </p:spPr>
      </p:pic>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0cece"/>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p:spPr>
        <p:txBody>
          <a:bodyPr lIns="0" rIns="0" tIns="0" bIns="0" anchor="ctr"/>
          <a:p>
            <a:pPr algn="ctr"/>
            <a:r>
              <a:rPr b="0" lang="ru-RU" sz="4400" spc="-1" strike="noStrike">
                <a:solidFill>
                  <a:srgbClr val="000000"/>
                </a:solidFill>
                <a:uFill>
                  <a:solidFill>
                    <a:srgbClr val="ffffff"/>
                  </a:solidFill>
                </a:uFill>
                <a:latin typeface="Arial"/>
              </a:rPr>
              <a:t>Для правки текста заголовка щёлкните мышью</a:t>
            </a:r>
            <a:endParaRPr b="0" lang="ru-RU" sz="4400" spc="-1" strike="noStrike">
              <a:solidFill>
                <a:srgbClr val="000000"/>
              </a:solidFill>
              <a:uFill>
                <a:solidFill>
                  <a:srgbClr val="ffffff"/>
                </a:solidFill>
              </a:uFill>
              <a:latin typeface="Arial"/>
            </a:endParaRPr>
          </a:p>
        </p:txBody>
      </p:sp>
      <p:sp>
        <p:nvSpPr>
          <p:cNvPr id="1" name="PlaceHolder 2"/>
          <p:cNvSpPr>
            <a:spLocks noGrp="1"/>
          </p:cNvSpPr>
          <p:nvPr>
            <p:ph type="body"/>
          </p:nvPr>
        </p:nvSpPr>
        <p:spPr>
          <a:xfrm>
            <a:off x="609480" y="1604520"/>
            <a:ext cx="10972440" cy="3977280"/>
          </a:xfrm>
          <a:prstGeom prst="rect">
            <a:avLst/>
          </a:prstGeom>
        </p:spPr>
        <p:txBody>
          <a:bodyPr lIns="0" rIns="0" tIns="0" bIns="0"/>
          <a:p>
            <a:pPr marL="432000" indent="-324000">
              <a:buClr>
                <a:srgbClr val="000000"/>
              </a:buClr>
              <a:buSzPct val="45000"/>
              <a:buFont typeface="Wingdings" charset="2"/>
              <a:buChar char=""/>
            </a:pPr>
            <a:r>
              <a:rPr b="0" lang="ru-RU" sz="3200" spc="-1" strike="noStrike">
                <a:solidFill>
                  <a:srgbClr val="000000"/>
                </a:solidFill>
                <a:uFill>
                  <a:solidFill>
                    <a:srgbClr val="ffffff"/>
                  </a:solidFill>
                </a:uFill>
                <a:latin typeface="Arial"/>
              </a:rPr>
              <a:t>Для правки структуры щёлкните мышью</a:t>
            </a:r>
            <a:endParaRPr b="0" lang="ru-RU" sz="3200" spc="-1" strike="noStrike">
              <a:solidFill>
                <a:srgbClr val="000000"/>
              </a:solidFill>
              <a:uFill>
                <a:solidFill>
                  <a:srgbClr val="ffffff"/>
                </a:solidFill>
              </a:uFill>
              <a:latin typeface="Arial"/>
            </a:endParaRPr>
          </a:p>
          <a:p>
            <a:pPr lvl="1" marL="864000" indent="-324000">
              <a:buClr>
                <a:srgbClr val="000000"/>
              </a:buClr>
              <a:buSzPct val="75000"/>
              <a:buFont typeface="Symbol" charset="2"/>
              <a:buChar char=""/>
            </a:pPr>
            <a:r>
              <a:rPr b="0" lang="ru-RU" sz="2800" spc="-1" strike="noStrike">
                <a:solidFill>
                  <a:srgbClr val="000000"/>
                </a:solidFill>
                <a:uFill>
                  <a:solidFill>
                    <a:srgbClr val="ffffff"/>
                  </a:solidFill>
                </a:uFill>
                <a:latin typeface="Arial"/>
              </a:rPr>
              <a:t>Второй уровень структуры</a:t>
            </a:r>
            <a:endParaRPr b="0" lang="ru-RU" sz="2800" spc="-1" strike="noStrike">
              <a:solidFill>
                <a:srgbClr val="000000"/>
              </a:solidFill>
              <a:uFill>
                <a:solidFill>
                  <a:srgbClr val="ffffff"/>
                </a:solidFill>
              </a:uFill>
              <a:latin typeface="Arial"/>
            </a:endParaRPr>
          </a:p>
          <a:p>
            <a:pPr lvl="2" marL="1296000" indent="-288000">
              <a:buClr>
                <a:srgbClr val="000000"/>
              </a:buClr>
              <a:buSzPct val="45000"/>
              <a:buFont typeface="Wingdings" charset="2"/>
              <a:buChar char=""/>
            </a:pPr>
            <a:r>
              <a:rPr b="0" lang="ru-RU" sz="2400" spc="-1" strike="noStrike">
                <a:solidFill>
                  <a:srgbClr val="000000"/>
                </a:solidFill>
                <a:uFill>
                  <a:solidFill>
                    <a:srgbClr val="ffffff"/>
                  </a:solidFill>
                </a:uFill>
                <a:latin typeface="Arial"/>
              </a:rPr>
              <a:t>Третий уровень структуры</a:t>
            </a:r>
            <a:endParaRPr b="0" lang="ru-RU" sz="2400" spc="-1" strike="noStrike">
              <a:solidFill>
                <a:srgbClr val="000000"/>
              </a:solidFill>
              <a:uFill>
                <a:solidFill>
                  <a:srgbClr val="ffffff"/>
                </a:solidFill>
              </a:uFill>
              <a:latin typeface="Arial"/>
            </a:endParaRPr>
          </a:p>
          <a:p>
            <a:pPr lvl="3" marL="1728000" indent="-216000">
              <a:buClr>
                <a:srgbClr val="000000"/>
              </a:buClr>
              <a:buSzPct val="75000"/>
              <a:buFont typeface="Symbol" charset="2"/>
              <a:buChar char=""/>
            </a:pPr>
            <a:r>
              <a:rPr b="0" lang="ru-RU" sz="2000" spc="-1" strike="noStrike">
                <a:solidFill>
                  <a:srgbClr val="000000"/>
                </a:solidFill>
                <a:uFill>
                  <a:solidFill>
                    <a:srgbClr val="ffffff"/>
                  </a:solidFill>
                </a:uFill>
                <a:latin typeface="Arial"/>
              </a:rPr>
              <a:t>Четвёртый уровень структуры</a:t>
            </a:r>
            <a:endParaRPr b="0" lang="ru-RU" sz="2000" spc="-1" strike="noStrike">
              <a:solidFill>
                <a:srgbClr val="000000"/>
              </a:solidFill>
              <a:uFill>
                <a:solidFill>
                  <a:srgbClr val="ffffff"/>
                </a:solidFill>
              </a:uFill>
              <a:latin typeface="Arial"/>
            </a:endParaRPr>
          </a:p>
          <a:p>
            <a:pPr lvl="4" marL="2160000" indent="-216000">
              <a:buClr>
                <a:srgbClr val="000000"/>
              </a:buClr>
              <a:buSzPct val="45000"/>
              <a:buFont typeface="Wingdings" charset="2"/>
              <a:buChar char=""/>
            </a:pPr>
            <a:r>
              <a:rPr b="0" lang="ru-RU" sz="2000" spc="-1" strike="noStrike">
                <a:solidFill>
                  <a:srgbClr val="000000"/>
                </a:solidFill>
                <a:uFill>
                  <a:solidFill>
                    <a:srgbClr val="ffffff"/>
                  </a:solidFill>
                </a:uFill>
                <a:latin typeface="Arial"/>
              </a:rPr>
              <a:t>Пятый уровень структуры</a:t>
            </a:r>
            <a:endParaRPr b="0" lang="ru-RU" sz="2000" spc="-1" strike="noStrike">
              <a:solidFill>
                <a:srgbClr val="000000"/>
              </a:solidFill>
              <a:uFill>
                <a:solidFill>
                  <a:srgbClr val="ffffff"/>
                </a:solidFill>
              </a:uFill>
              <a:latin typeface="Arial"/>
            </a:endParaRPr>
          </a:p>
          <a:p>
            <a:pPr lvl="5" marL="2592000" indent="-216000">
              <a:buClr>
                <a:srgbClr val="000000"/>
              </a:buClr>
              <a:buSzPct val="45000"/>
              <a:buFont typeface="Wingdings" charset="2"/>
              <a:buChar char=""/>
            </a:pPr>
            <a:r>
              <a:rPr b="0" lang="ru-RU" sz="2000" spc="-1" strike="noStrike">
                <a:solidFill>
                  <a:srgbClr val="000000"/>
                </a:solidFill>
                <a:uFill>
                  <a:solidFill>
                    <a:srgbClr val="ffffff"/>
                  </a:solidFill>
                </a:uFill>
                <a:latin typeface="Arial"/>
              </a:rPr>
              <a:t>Шестой уровень структуры</a:t>
            </a:r>
            <a:endParaRPr b="0" lang="ru-RU" sz="2000" spc="-1" strike="noStrike">
              <a:solidFill>
                <a:srgbClr val="000000"/>
              </a:solidFill>
              <a:uFill>
                <a:solidFill>
                  <a:srgbClr val="ffffff"/>
                </a:solidFill>
              </a:uFill>
              <a:latin typeface="Arial"/>
            </a:endParaRPr>
          </a:p>
          <a:p>
            <a:pPr lvl="6" marL="3024000" indent="-216000">
              <a:buClr>
                <a:srgbClr val="000000"/>
              </a:buClr>
              <a:buSzPct val="45000"/>
              <a:buFont typeface="Wingdings" charset="2"/>
              <a:buChar char=""/>
            </a:pPr>
            <a:r>
              <a:rPr b="0" lang="ru-RU" sz="2000" spc="-1" strike="noStrike">
                <a:solidFill>
                  <a:srgbClr val="000000"/>
                </a:solidFill>
                <a:uFill>
                  <a:solidFill>
                    <a:srgbClr val="ffffff"/>
                  </a:solidFill>
                </a:uFill>
                <a:latin typeface="Arial"/>
              </a:rPr>
              <a:t>Седьмой уровень структуры</a:t>
            </a:r>
            <a:endParaRPr b="0" lang="ru-RU" sz="2000" spc="-1" strike="noStrike">
              <a:solidFill>
                <a:srgbClr val="000000"/>
              </a:solidFill>
              <a:uFill>
                <a:solidFill>
                  <a:srgbClr val="ffffff"/>
                </a:solidFill>
              </a:u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hyperlink" Target="https://github.com/Baltabay/Ticket-Booking" TargetMode="External"/><Relationship Id="rId7"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a:blip r:embed="rId1"/>
          <a:stretch>
            <a:fillRect/>
          </a:stretch>
        </a:blipFill>
      </p:bgPr>
    </p:bg>
    <p:spTree>
      <p:nvGrpSpPr>
        <p:cNvPr id="1" name=""/>
        <p:cNvGrpSpPr/>
        <p:nvPr/>
      </p:nvGrpSpPr>
      <p:grpSpPr>
        <a:xfrm>
          <a:off x="0" y="0"/>
          <a:ext cx="0" cy="0"/>
          <a:chOff x="0" y="0"/>
          <a:chExt cx="0" cy="0"/>
        </a:xfrm>
      </p:grpSpPr>
      <p:sp>
        <p:nvSpPr>
          <p:cNvPr id="36" name="CustomShape 1"/>
          <p:cNvSpPr/>
          <p:nvPr/>
        </p:nvSpPr>
        <p:spPr>
          <a:xfrm>
            <a:off x="1197360" y="1702800"/>
            <a:ext cx="5195520" cy="3016800"/>
          </a:xfrm>
          <a:prstGeom prst="rect">
            <a:avLst/>
          </a:prstGeom>
          <a:noFill/>
          <a:ln>
            <a:noFill/>
          </a:ln>
        </p:spPr>
        <p:style>
          <a:lnRef idx="0"/>
          <a:fillRef idx="0"/>
          <a:effectRef idx="0"/>
          <a:fontRef idx="minor"/>
        </p:style>
        <p:txBody>
          <a:bodyPr lIns="90000" rIns="90000" tIns="45000" bIns="45000"/>
          <a:p>
            <a:pPr algn="ctr">
              <a:lnSpc>
                <a:spcPct val="100000"/>
              </a:lnSpc>
            </a:pPr>
            <a:r>
              <a:rPr b="1" lang="ru-RU" sz="9600" spc="-1" strike="noStrike">
                <a:solidFill>
                  <a:srgbClr val="000000"/>
                </a:solidFill>
                <a:uFill>
                  <a:solidFill>
                    <a:srgbClr val="ffffff"/>
                  </a:solidFill>
                </a:uFill>
                <a:latin typeface="Courier New"/>
                <a:ea typeface="DejaVu Sans"/>
              </a:rPr>
              <a:t>Movie Ticket</a:t>
            </a:r>
            <a:endParaRPr b="0" lang="ru-RU" sz="1800" spc="-1" strike="noStrike">
              <a:solidFill>
                <a:srgbClr val="000000"/>
              </a:solidFill>
              <a:uFill>
                <a:solidFill>
                  <a:srgbClr val="ffffff"/>
                </a:solidFill>
              </a:uFill>
              <a:latin typeface="Arial"/>
            </a:endParaRPr>
          </a:p>
        </p:txBody>
      </p:sp>
      <p:pic>
        <p:nvPicPr>
          <p:cNvPr id="37" name="Рисунок 3" descr=""/>
          <p:cNvPicPr/>
          <p:nvPr/>
        </p:nvPicPr>
        <p:blipFill>
          <a:blip r:embed="rId2"/>
          <a:stretch/>
        </p:blipFill>
        <p:spPr>
          <a:xfrm>
            <a:off x="7447320" y="2217240"/>
            <a:ext cx="2776320" cy="2096280"/>
          </a:xfrm>
          <a:prstGeom prst="rect">
            <a:avLst/>
          </a:prstGeom>
          <a:ln>
            <a:noFill/>
          </a:ln>
        </p:spPr>
      </p:pic>
    </p:spTree>
  </p:cSld>
  <p:timing>
    <p:tnLst>
      <p:par>
        <p:cTn id="1" dur="indefinite" restart="never" nodeType="tmRoot">
          <p:childTnLst>
            <p:seq>
              <p:cTn id="2" nodeType="mainSeq"/>
              <p:prevCondLst>
                <p:cond delay="0" evt="onPrev">
                  <p:tgtEl>
                    <p:sldTgt/>
                  </p:tgtEl>
                </p:cond>
              </p:prevCondLst>
              <p:nextCondLst>
                <p:cond delay="0"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a:blip r:embed="rId1"/>
          <a:stretch>
            <a:fillRect/>
          </a:stretch>
        </a:blipFill>
      </p:bgPr>
    </p:bg>
    <p:spTree>
      <p:nvGrpSpPr>
        <p:cNvPr id="1" name=""/>
        <p:cNvGrpSpPr/>
        <p:nvPr/>
      </p:nvGrpSpPr>
      <p:grpSpPr>
        <a:xfrm>
          <a:off x="0" y="0"/>
          <a:ext cx="0" cy="0"/>
          <a:chOff x="0" y="0"/>
          <a:chExt cx="0" cy="0"/>
        </a:xfrm>
      </p:grpSpPr>
      <p:sp>
        <p:nvSpPr>
          <p:cNvPr id="38" name="CustomShape 1"/>
          <p:cNvSpPr/>
          <p:nvPr/>
        </p:nvSpPr>
        <p:spPr>
          <a:xfrm>
            <a:off x="2071080" y="1989360"/>
            <a:ext cx="8185320" cy="3107880"/>
          </a:xfrm>
          <a:prstGeom prst="rect">
            <a:avLst/>
          </a:prstGeom>
          <a:noFill/>
          <a:ln>
            <a:noFill/>
          </a:ln>
        </p:spPr>
        <p:style>
          <a:lnRef idx="0"/>
          <a:fillRef idx="0"/>
          <a:effectRef idx="0"/>
          <a:fontRef idx="minor"/>
        </p:style>
        <p:txBody>
          <a:bodyPr lIns="90000" rIns="90000" tIns="45000" bIns="45000"/>
          <a:p>
            <a:pPr algn="ctr">
              <a:lnSpc>
                <a:spcPct val="100000"/>
              </a:lnSpc>
            </a:pPr>
            <a:r>
              <a:rPr b="0" lang="ru-RU" sz="2200" spc="-1" strike="noStrike">
                <a:solidFill>
                  <a:srgbClr val="000000"/>
                </a:solidFill>
                <a:uFill>
                  <a:solidFill>
                    <a:srgbClr val="ffffff"/>
                  </a:solidFill>
                </a:uFill>
                <a:latin typeface="Courier New"/>
                <a:ea typeface="DejaVu Sans"/>
              </a:rPr>
              <a:t>The "Online Movie Ticket Booking System" has been developed to override the problems prevailing in the practicing manual system. This software is supported to eliminate and in some cases reduce the hardships faced by this existing system. Moreover this system is designed for the particular need of the company to carry out operations in a smooth and effective manner.</a:t>
            </a:r>
            <a:endParaRPr b="0" lang="ru-RU" sz="1800" spc="-1" strike="noStrike">
              <a:solidFill>
                <a:srgbClr val="000000"/>
              </a:solidFill>
              <a:uFill>
                <a:solidFill>
                  <a:srgbClr val="ffffff"/>
                </a:solidFill>
              </a:uFill>
              <a:latin typeface="Arial"/>
            </a:endParaRPr>
          </a:p>
        </p:txBody>
      </p:sp>
      <p:sp>
        <p:nvSpPr>
          <p:cNvPr id="39" name="CustomShape 2"/>
          <p:cNvSpPr/>
          <p:nvPr/>
        </p:nvSpPr>
        <p:spPr>
          <a:xfrm>
            <a:off x="4792320" y="900720"/>
            <a:ext cx="2742480" cy="1218240"/>
          </a:xfrm>
          <a:prstGeom prst="rect">
            <a:avLst/>
          </a:prstGeom>
          <a:noFill/>
          <a:ln>
            <a:noFill/>
          </a:ln>
        </p:spPr>
        <p:style>
          <a:lnRef idx="0"/>
          <a:fillRef idx="0"/>
          <a:effectRef idx="0"/>
          <a:fontRef idx="minor"/>
        </p:style>
        <p:txBody>
          <a:bodyPr lIns="90000" rIns="90000" tIns="45000" bIns="45000"/>
          <a:p>
            <a:pPr algn="ctr">
              <a:lnSpc>
                <a:spcPct val="100000"/>
              </a:lnSpc>
            </a:pPr>
            <a:r>
              <a:rPr b="1" lang="ru-RU" sz="2800" spc="-1" strike="noStrike">
                <a:solidFill>
                  <a:srgbClr val="000000"/>
                </a:solidFill>
                <a:uFill>
                  <a:solidFill>
                    <a:srgbClr val="ffffff"/>
                  </a:solidFill>
                </a:uFill>
                <a:latin typeface="Courier New"/>
                <a:ea typeface="DejaVu Sans"/>
              </a:rPr>
              <a:t>Introduction</a:t>
            </a:r>
            <a:endParaRPr b="0" lang="ru-RU" sz="1800" spc="-1" strike="noStrike">
              <a:solidFill>
                <a:srgbClr val="000000"/>
              </a:solidFill>
              <a:uFill>
                <a:solidFill>
                  <a:srgbClr val="ffffff"/>
                </a:solidFill>
              </a:uFill>
              <a:latin typeface="Arial"/>
            </a:endParaRPr>
          </a:p>
          <a:p>
            <a:pPr algn="ctr">
              <a:lnSpc>
                <a:spcPct val="100000"/>
              </a:lnSpc>
            </a:pPr>
            <a:endParaRPr b="0" lang="ru-RU" sz="1800" spc="-1" strike="noStrike">
              <a:solidFill>
                <a:srgbClr val="000000"/>
              </a:solidFill>
              <a:uFill>
                <a:solidFill>
                  <a:srgbClr val="ffffff"/>
                </a:solidFill>
              </a:uFill>
              <a:latin typeface="Arial"/>
            </a:endParaRPr>
          </a:p>
        </p:txBody>
      </p:sp>
      <p:pic>
        <p:nvPicPr>
          <p:cNvPr id="40" name="Рисунок 7" descr=""/>
          <p:cNvPicPr/>
          <p:nvPr/>
        </p:nvPicPr>
        <p:blipFill>
          <a:blip r:embed="rId2"/>
          <a:stretch/>
        </p:blipFill>
        <p:spPr>
          <a:xfrm>
            <a:off x="10355760" y="278280"/>
            <a:ext cx="1644480" cy="1769400"/>
          </a:xfrm>
          <a:prstGeom prst="rect">
            <a:avLst/>
          </a:prstGeom>
          <a:ln>
            <a:noFill/>
          </a:ln>
        </p:spPr>
      </p:pic>
      <p:pic>
        <p:nvPicPr>
          <p:cNvPr id="41" name="Рисунок 9" descr=""/>
          <p:cNvPicPr/>
          <p:nvPr/>
        </p:nvPicPr>
        <p:blipFill>
          <a:blip r:embed="rId3"/>
          <a:stretch/>
        </p:blipFill>
        <p:spPr>
          <a:xfrm>
            <a:off x="432720" y="4627080"/>
            <a:ext cx="1283760" cy="1766880"/>
          </a:xfrm>
          <a:prstGeom prst="rect">
            <a:avLst/>
          </a:prstGeom>
          <a:ln>
            <a:noFill/>
          </a:ln>
        </p:spPr>
      </p:pic>
    </p:spTree>
  </p:cSld>
  <p:timing>
    <p:tnLst>
      <p:par>
        <p:cTn id="3" dur="indefinite" restart="never" nodeType="tmRoot">
          <p:childTnLst>
            <p:seq>
              <p:cTn id="4" nodeType="mainSeq"/>
              <p:prevCondLst>
                <p:cond delay="0" evt="onPrev">
                  <p:tgtEl>
                    <p:sldTgt/>
                  </p:tgtEl>
                </p:cond>
              </p:prevCondLst>
              <p:nextCondLst>
                <p:cond delay="0"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a:blip r:embed="rId1"/>
          <a:stretch>
            <a:fillRect/>
          </a:stretch>
        </a:blipFill>
      </p:bgPr>
    </p:bg>
    <p:spTree>
      <p:nvGrpSpPr>
        <p:cNvPr id="1" name=""/>
        <p:cNvGrpSpPr/>
        <p:nvPr/>
      </p:nvGrpSpPr>
      <p:grpSpPr>
        <a:xfrm>
          <a:off x="0" y="0"/>
          <a:ext cx="0" cy="0"/>
          <a:chOff x="0" y="0"/>
          <a:chExt cx="0" cy="0"/>
        </a:xfrm>
      </p:grpSpPr>
      <p:sp>
        <p:nvSpPr>
          <p:cNvPr id="42" name="CustomShape 1"/>
          <p:cNvSpPr/>
          <p:nvPr/>
        </p:nvSpPr>
        <p:spPr>
          <a:xfrm>
            <a:off x="3200400" y="1172880"/>
            <a:ext cx="6049080" cy="792360"/>
          </a:xfrm>
          <a:prstGeom prst="rect">
            <a:avLst/>
          </a:prstGeom>
          <a:noFill/>
          <a:ln>
            <a:noFill/>
          </a:ln>
        </p:spPr>
        <p:style>
          <a:lnRef idx="0"/>
          <a:fillRef idx="0"/>
          <a:effectRef idx="0"/>
          <a:fontRef idx="minor"/>
        </p:style>
        <p:txBody>
          <a:bodyPr lIns="90000" rIns="90000" tIns="45000" bIns="45000"/>
          <a:p>
            <a:pPr algn="ctr">
              <a:lnSpc>
                <a:spcPct val="100000"/>
              </a:lnSpc>
            </a:pPr>
            <a:r>
              <a:rPr b="1" lang="ru-RU" sz="2800" spc="-1" strike="noStrike">
                <a:solidFill>
                  <a:srgbClr val="000000"/>
                </a:solidFill>
                <a:uFill>
                  <a:solidFill>
                    <a:srgbClr val="ffffff"/>
                  </a:solidFill>
                </a:uFill>
                <a:latin typeface="Courier New"/>
                <a:ea typeface="DejaVu Sans"/>
              </a:rPr>
              <a:t>Motivation and Objectives</a:t>
            </a:r>
            <a:endParaRPr b="0" lang="ru-RU" sz="1800" spc="-1" strike="noStrike">
              <a:solidFill>
                <a:srgbClr val="000000"/>
              </a:solidFill>
              <a:uFill>
                <a:solidFill>
                  <a:srgbClr val="ffffff"/>
                </a:solidFill>
              </a:uFill>
              <a:latin typeface="Arial"/>
            </a:endParaRPr>
          </a:p>
          <a:p>
            <a:pPr algn="ctr">
              <a:lnSpc>
                <a:spcPct val="100000"/>
              </a:lnSpc>
            </a:pPr>
            <a:endParaRPr b="0" lang="ru-RU" sz="1800" spc="-1" strike="noStrike">
              <a:solidFill>
                <a:srgbClr val="000000"/>
              </a:solidFill>
              <a:uFill>
                <a:solidFill>
                  <a:srgbClr val="ffffff"/>
                </a:solidFill>
              </a:uFill>
              <a:latin typeface="Arial"/>
            </a:endParaRPr>
          </a:p>
        </p:txBody>
      </p:sp>
      <p:sp>
        <p:nvSpPr>
          <p:cNvPr id="43" name="CustomShape 2"/>
          <p:cNvSpPr/>
          <p:nvPr/>
        </p:nvSpPr>
        <p:spPr>
          <a:xfrm>
            <a:off x="2071080" y="2520000"/>
            <a:ext cx="8185320" cy="2102400"/>
          </a:xfrm>
          <a:prstGeom prst="rect">
            <a:avLst/>
          </a:prstGeom>
          <a:noFill/>
          <a:ln>
            <a:noFill/>
          </a:ln>
        </p:spPr>
        <p:style>
          <a:lnRef idx="0"/>
          <a:fillRef idx="0"/>
          <a:effectRef idx="0"/>
          <a:fontRef idx="minor"/>
        </p:style>
        <p:txBody>
          <a:bodyPr lIns="90000" rIns="90000" tIns="45000" bIns="45000"/>
          <a:p>
            <a:pPr algn="ctr">
              <a:lnSpc>
                <a:spcPct val="100000"/>
              </a:lnSpc>
            </a:pPr>
            <a:r>
              <a:rPr b="0" lang="ru-RU" sz="2200" spc="-1" strike="noStrike">
                <a:solidFill>
                  <a:srgbClr val="000000"/>
                </a:solidFill>
                <a:uFill>
                  <a:solidFill>
                    <a:srgbClr val="ffffff"/>
                  </a:solidFill>
                </a:uFill>
                <a:latin typeface="Courier New"/>
                <a:ea typeface="DejaVu Sans"/>
              </a:rPr>
              <a:t>The main idea of this project is to facilitate purchases or booking tickets for movies and I wanted to try to do it on the knowledge of Java GUI. To implement the application, I needed several Java libraries and working with the JDBC driver.</a:t>
            </a:r>
            <a:endParaRPr b="0" lang="ru-RU" sz="1800" spc="-1" strike="noStrike">
              <a:solidFill>
                <a:srgbClr val="000000"/>
              </a:solidFill>
              <a:uFill>
                <a:solidFill>
                  <a:srgbClr val="ffffff"/>
                </a:solidFill>
              </a:uFill>
              <a:latin typeface="Arial"/>
            </a:endParaRPr>
          </a:p>
        </p:txBody>
      </p:sp>
      <p:pic>
        <p:nvPicPr>
          <p:cNvPr id="44" name="Рисунок 4" descr=""/>
          <p:cNvPicPr/>
          <p:nvPr/>
        </p:nvPicPr>
        <p:blipFill>
          <a:blip r:embed="rId2"/>
          <a:stretch/>
        </p:blipFill>
        <p:spPr>
          <a:xfrm>
            <a:off x="348480" y="401400"/>
            <a:ext cx="1330200" cy="1332720"/>
          </a:xfrm>
          <a:prstGeom prst="rect">
            <a:avLst/>
          </a:prstGeom>
          <a:ln>
            <a:noFill/>
          </a:ln>
        </p:spPr>
      </p:pic>
      <p:pic>
        <p:nvPicPr>
          <p:cNvPr id="45" name="Рисунок 6" descr=""/>
          <p:cNvPicPr/>
          <p:nvPr/>
        </p:nvPicPr>
        <p:blipFill>
          <a:blip r:embed="rId3"/>
          <a:stretch/>
        </p:blipFill>
        <p:spPr>
          <a:xfrm>
            <a:off x="10949040" y="4864680"/>
            <a:ext cx="1138320" cy="1523160"/>
          </a:xfrm>
          <a:prstGeom prst="rect">
            <a:avLst/>
          </a:prstGeom>
          <a:ln>
            <a:noFill/>
          </a:ln>
        </p:spPr>
      </p:pic>
    </p:spTree>
  </p:cSld>
  <p:timing>
    <p:tnLst>
      <p:par>
        <p:cTn id="5" dur="indefinite" restart="never" nodeType="tmRoot">
          <p:childTnLst>
            <p:seq>
              <p:cTn id="6" nodeType="mainSeq"/>
              <p:prevCondLst>
                <p:cond delay="0" evt="onPrev">
                  <p:tgtEl>
                    <p:sldTgt/>
                  </p:tgtEl>
                </p:cond>
              </p:prevCondLst>
              <p:nextCondLst>
                <p:cond delay="0"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a:blip r:embed="rId1"/>
          <a:stretch>
            <a:fillRect/>
          </a:stretch>
        </a:blipFill>
      </p:bgPr>
    </p:bg>
    <p:spTree>
      <p:nvGrpSpPr>
        <p:cNvPr id="1" name=""/>
        <p:cNvGrpSpPr/>
        <p:nvPr/>
      </p:nvGrpSpPr>
      <p:grpSpPr>
        <a:xfrm>
          <a:off x="0" y="0"/>
          <a:ext cx="0" cy="0"/>
          <a:chOff x="0" y="0"/>
          <a:chExt cx="0" cy="0"/>
        </a:xfrm>
      </p:grpSpPr>
      <p:pic>
        <p:nvPicPr>
          <p:cNvPr id="46" name="Рисунок 4" descr=""/>
          <p:cNvPicPr/>
          <p:nvPr/>
        </p:nvPicPr>
        <p:blipFill>
          <a:blip r:embed="rId2"/>
          <a:stretch/>
        </p:blipFill>
        <p:spPr>
          <a:xfrm>
            <a:off x="1286280" y="66240"/>
            <a:ext cx="9385920" cy="6752520"/>
          </a:xfrm>
          <a:prstGeom prst="rect">
            <a:avLst/>
          </a:prstGeom>
          <a:ln>
            <a:noFill/>
          </a:ln>
        </p:spPr>
      </p:pic>
    </p:spTree>
  </p:cSld>
  <p:timing>
    <p:tnLst>
      <p:par>
        <p:cTn id="7" dur="indefinite" restart="never" nodeType="tmRoot">
          <p:childTnLst>
            <p:seq>
              <p:cTn id="8" nodeType="mainSeq"/>
              <p:prevCondLst>
                <p:cond delay="0" evt="onPrev">
                  <p:tgtEl>
                    <p:sldTgt/>
                  </p:tgtEl>
                </p:cond>
              </p:prevCondLst>
              <p:nextCondLst>
                <p:cond delay="0"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a:blip r:embed="rId1"/>
          <a:stretch>
            <a:fillRect/>
          </a:stretch>
        </a:blipFill>
      </p:bgPr>
    </p:bg>
    <p:spTree>
      <p:nvGrpSpPr>
        <p:cNvPr id="1" name=""/>
        <p:cNvGrpSpPr/>
        <p:nvPr/>
      </p:nvGrpSpPr>
      <p:grpSpPr>
        <a:xfrm>
          <a:off x="0" y="0"/>
          <a:ext cx="0" cy="0"/>
          <a:chOff x="0" y="0"/>
          <a:chExt cx="0" cy="0"/>
        </a:xfrm>
      </p:grpSpPr>
      <p:sp>
        <p:nvSpPr>
          <p:cNvPr id="47" name="CustomShape 1"/>
          <p:cNvSpPr/>
          <p:nvPr/>
        </p:nvSpPr>
        <p:spPr>
          <a:xfrm>
            <a:off x="4370760" y="193320"/>
            <a:ext cx="3232440" cy="518040"/>
          </a:xfrm>
          <a:prstGeom prst="rect">
            <a:avLst/>
          </a:prstGeom>
          <a:noFill/>
          <a:ln>
            <a:noFill/>
          </a:ln>
        </p:spPr>
        <p:style>
          <a:lnRef idx="0"/>
          <a:fillRef idx="0"/>
          <a:effectRef idx="0"/>
          <a:fontRef idx="minor"/>
        </p:style>
        <p:txBody>
          <a:bodyPr lIns="90000" rIns="90000" tIns="45000" bIns="45000"/>
          <a:p>
            <a:pPr algn="ctr">
              <a:lnSpc>
                <a:spcPct val="100000"/>
              </a:lnSpc>
            </a:pPr>
            <a:r>
              <a:rPr b="1" lang="ru-RU" sz="2800" spc="-1" strike="noStrike">
                <a:solidFill>
                  <a:srgbClr val="000000"/>
                </a:solidFill>
                <a:uFill>
                  <a:solidFill>
                    <a:srgbClr val="ffffff"/>
                  </a:solidFill>
                </a:uFill>
                <a:latin typeface="Courier New"/>
                <a:ea typeface="DejaVu Sans"/>
              </a:rPr>
              <a:t>Implementation</a:t>
            </a:r>
            <a:endParaRPr b="0" lang="ru-RU" sz="1800" spc="-1" strike="noStrike">
              <a:solidFill>
                <a:srgbClr val="000000"/>
              </a:solidFill>
              <a:uFill>
                <a:solidFill>
                  <a:srgbClr val="ffffff"/>
                </a:solidFill>
              </a:uFill>
              <a:latin typeface="Arial"/>
            </a:endParaRPr>
          </a:p>
        </p:txBody>
      </p:sp>
      <p:pic>
        <p:nvPicPr>
          <p:cNvPr id="48" name="Рисунок 5" descr=""/>
          <p:cNvPicPr/>
          <p:nvPr/>
        </p:nvPicPr>
        <p:blipFill>
          <a:blip r:embed="rId2"/>
          <a:stretch/>
        </p:blipFill>
        <p:spPr>
          <a:xfrm>
            <a:off x="914400" y="871560"/>
            <a:ext cx="10158480" cy="5141520"/>
          </a:xfrm>
          <a:prstGeom prst="rect">
            <a:avLst/>
          </a:prstGeom>
          <a:ln>
            <a:noFill/>
          </a:ln>
        </p:spPr>
      </p:pic>
      <p:sp>
        <p:nvSpPr>
          <p:cNvPr id="49" name="CustomShape 2"/>
          <p:cNvSpPr/>
          <p:nvPr/>
        </p:nvSpPr>
        <p:spPr>
          <a:xfrm>
            <a:off x="3554280" y="6261840"/>
            <a:ext cx="4878720" cy="518040"/>
          </a:xfrm>
          <a:prstGeom prst="rect">
            <a:avLst/>
          </a:prstGeom>
          <a:noFill/>
          <a:ln>
            <a:noFill/>
          </a:ln>
        </p:spPr>
        <p:style>
          <a:lnRef idx="0"/>
          <a:fillRef idx="0"/>
          <a:effectRef idx="0"/>
          <a:fontRef idx="minor"/>
        </p:style>
        <p:txBody>
          <a:bodyPr lIns="90000" rIns="90000" tIns="45000" bIns="45000"/>
          <a:p>
            <a:pPr algn="ctr">
              <a:lnSpc>
                <a:spcPct val="100000"/>
              </a:lnSpc>
            </a:pPr>
            <a:r>
              <a:rPr b="0" lang="ru-RU" sz="2800" spc="-1" strike="noStrike">
                <a:solidFill>
                  <a:srgbClr val="000000"/>
                </a:solidFill>
                <a:uFill>
                  <a:solidFill>
                    <a:srgbClr val="ffffff"/>
                  </a:solidFill>
                </a:uFill>
                <a:latin typeface="Courier New"/>
                <a:ea typeface="DejaVu Sans"/>
              </a:rPr>
              <a:t>Login page</a:t>
            </a:r>
            <a:endParaRPr b="0" lang="ru-RU" sz="1800" spc="-1" strike="noStrike">
              <a:solidFill>
                <a:srgbClr val="000000"/>
              </a:solidFill>
              <a:uFill>
                <a:solidFill>
                  <a:srgbClr val="ffffff"/>
                </a:solidFill>
              </a:uFill>
              <a:latin typeface="Arial"/>
            </a:endParaRPr>
          </a:p>
        </p:txBody>
      </p:sp>
    </p:spTree>
  </p:cSld>
  <p:timing>
    <p:tnLst>
      <p:par>
        <p:cTn id="9" dur="indefinite" restart="never" nodeType="tmRoot">
          <p:childTnLst>
            <p:seq>
              <p:cTn id="10" nodeType="mainSeq"/>
              <p:prevCondLst>
                <p:cond delay="0" evt="onPrev">
                  <p:tgtEl>
                    <p:sldTgt/>
                  </p:tgtEl>
                </p:cond>
              </p:prevCondLst>
              <p:nextCondLst>
                <p:cond delay="0"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a:blip r:embed="rId1"/>
          <a:stretch>
            <a:fillRect/>
          </a:stretch>
        </a:blipFill>
      </p:bgPr>
    </p:bg>
    <p:spTree>
      <p:nvGrpSpPr>
        <p:cNvPr id="1" name=""/>
        <p:cNvGrpSpPr/>
        <p:nvPr/>
      </p:nvGrpSpPr>
      <p:grpSpPr>
        <a:xfrm>
          <a:off x="0" y="0"/>
          <a:ext cx="0" cy="0"/>
          <a:chOff x="0" y="0"/>
          <a:chExt cx="0" cy="0"/>
        </a:xfrm>
      </p:grpSpPr>
      <p:sp>
        <p:nvSpPr>
          <p:cNvPr id="50" name="CustomShape 1"/>
          <p:cNvSpPr/>
          <p:nvPr/>
        </p:nvSpPr>
        <p:spPr>
          <a:xfrm>
            <a:off x="3554280" y="6261840"/>
            <a:ext cx="4878720" cy="518040"/>
          </a:xfrm>
          <a:prstGeom prst="rect">
            <a:avLst/>
          </a:prstGeom>
          <a:noFill/>
          <a:ln>
            <a:noFill/>
          </a:ln>
        </p:spPr>
        <p:style>
          <a:lnRef idx="0"/>
          <a:fillRef idx="0"/>
          <a:effectRef idx="0"/>
          <a:fontRef idx="minor"/>
        </p:style>
        <p:txBody>
          <a:bodyPr lIns="90000" rIns="90000" tIns="45000" bIns="45000"/>
          <a:p>
            <a:pPr algn="ctr">
              <a:lnSpc>
                <a:spcPct val="100000"/>
              </a:lnSpc>
            </a:pPr>
            <a:r>
              <a:rPr b="0" lang="ru-RU" sz="2800" spc="-1" strike="noStrike">
                <a:solidFill>
                  <a:srgbClr val="000000"/>
                </a:solidFill>
                <a:uFill>
                  <a:solidFill>
                    <a:srgbClr val="ffffff"/>
                  </a:solidFill>
                </a:uFill>
                <a:latin typeface="Courier New"/>
                <a:ea typeface="DejaVu Sans"/>
              </a:rPr>
              <a:t>Sign up</a:t>
            </a:r>
            <a:endParaRPr b="0" lang="ru-RU" sz="1800" spc="-1" strike="noStrike">
              <a:solidFill>
                <a:srgbClr val="000000"/>
              </a:solidFill>
              <a:uFill>
                <a:solidFill>
                  <a:srgbClr val="ffffff"/>
                </a:solidFill>
              </a:uFill>
              <a:latin typeface="Arial"/>
            </a:endParaRPr>
          </a:p>
        </p:txBody>
      </p:sp>
      <p:pic>
        <p:nvPicPr>
          <p:cNvPr id="51" name="Рисунок 3" descr=""/>
          <p:cNvPicPr/>
          <p:nvPr/>
        </p:nvPicPr>
        <p:blipFill>
          <a:blip r:embed="rId2"/>
          <a:stretch/>
        </p:blipFill>
        <p:spPr>
          <a:xfrm>
            <a:off x="4117680" y="146880"/>
            <a:ext cx="3765240" cy="6114240"/>
          </a:xfrm>
          <a:prstGeom prst="rect">
            <a:avLst/>
          </a:prstGeom>
          <a:ln>
            <a:noFill/>
          </a:ln>
        </p:spPr>
      </p:pic>
    </p:spTree>
  </p:cSld>
  <p:timing>
    <p:tnLst>
      <p:par>
        <p:cTn id="11" dur="indefinite" restart="never" nodeType="tmRoot">
          <p:childTnLst>
            <p:seq>
              <p:cTn id="12" nodeType="mainSeq"/>
              <p:prevCondLst>
                <p:cond delay="0" evt="onPrev">
                  <p:tgtEl>
                    <p:sldTgt/>
                  </p:tgtEl>
                </p:cond>
              </p:prevCondLst>
              <p:nextCondLst>
                <p:cond delay="0"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a:blip r:embed="rId1"/>
          <a:stretch>
            <a:fillRect/>
          </a:stretch>
        </a:blipFill>
      </p:bgPr>
    </p:bg>
    <p:spTree>
      <p:nvGrpSpPr>
        <p:cNvPr id="1" name=""/>
        <p:cNvGrpSpPr/>
        <p:nvPr/>
      </p:nvGrpSpPr>
      <p:grpSpPr>
        <a:xfrm>
          <a:off x="0" y="0"/>
          <a:ext cx="0" cy="0"/>
          <a:chOff x="0" y="0"/>
          <a:chExt cx="0" cy="0"/>
        </a:xfrm>
      </p:grpSpPr>
      <p:sp>
        <p:nvSpPr>
          <p:cNvPr id="52" name="CustomShape 1"/>
          <p:cNvSpPr/>
          <p:nvPr/>
        </p:nvSpPr>
        <p:spPr>
          <a:xfrm>
            <a:off x="3486240" y="6289200"/>
            <a:ext cx="4878720" cy="518040"/>
          </a:xfrm>
          <a:prstGeom prst="rect">
            <a:avLst/>
          </a:prstGeom>
          <a:noFill/>
          <a:ln>
            <a:noFill/>
          </a:ln>
        </p:spPr>
        <p:style>
          <a:lnRef idx="0"/>
          <a:fillRef idx="0"/>
          <a:effectRef idx="0"/>
          <a:fontRef idx="minor"/>
        </p:style>
        <p:txBody>
          <a:bodyPr lIns="90000" rIns="90000" tIns="45000" bIns="45000"/>
          <a:p>
            <a:pPr algn="ctr">
              <a:lnSpc>
                <a:spcPct val="100000"/>
              </a:lnSpc>
            </a:pPr>
            <a:r>
              <a:rPr b="0" lang="ru-RU" sz="2800" spc="-1" strike="noStrike">
                <a:solidFill>
                  <a:srgbClr val="000000"/>
                </a:solidFill>
                <a:uFill>
                  <a:solidFill>
                    <a:srgbClr val="ffffff"/>
                  </a:solidFill>
                </a:uFill>
                <a:latin typeface="Courier New"/>
                <a:ea typeface="DejaVu Sans"/>
              </a:rPr>
              <a:t>View movies</a:t>
            </a:r>
            <a:endParaRPr b="0" lang="ru-RU" sz="1800" spc="-1" strike="noStrike">
              <a:solidFill>
                <a:srgbClr val="000000"/>
              </a:solidFill>
              <a:uFill>
                <a:solidFill>
                  <a:srgbClr val="ffffff"/>
                </a:solidFill>
              </a:uFill>
              <a:latin typeface="Arial"/>
            </a:endParaRPr>
          </a:p>
        </p:txBody>
      </p:sp>
      <p:pic>
        <p:nvPicPr>
          <p:cNvPr id="53" name="Рисунок 3" descr=""/>
          <p:cNvPicPr/>
          <p:nvPr/>
        </p:nvPicPr>
        <p:blipFill>
          <a:blip r:embed="rId2"/>
          <a:stretch/>
        </p:blipFill>
        <p:spPr>
          <a:xfrm>
            <a:off x="1989360" y="155880"/>
            <a:ext cx="8008560" cy="6082560"/>
          </a:xfrm>
          <a:prstGeom prst="rect">
            <a:avLst/>
          </a:prstGeom>
          <a:ln>
            <a:noFill/>
          </a:ln>
        </p:spPr>
      </p:pic>
    </p:spTree>
  </p:cSld>
  <p:timing>
    <p:tnLst>
      <p:par>
        <p:cTn id="13" dur="indefinite" restart="never" nodeType="tmRoot">
          <p:childTnLst>
            <p:seq>
              <p:cTn id="14" nodeType="mainSeq"/>
              <p:prevCondLst>
                <p:cond delay="0" evt="onPrev">
                  <p:tgtEl>
                    <p:sldTgt/>
                  </p:tgtEl>
                </p:cond>
              </p:prevCondLst>
              <p:nextCondLst>
                <p:cond delay="0"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a:blip r:embed="rId1"/>
          <a:stretch>
            <a:fillRect/>
          </a:stretch>
        </a:blipFill>
      </p:bgPr>
    </p:bg>
    <p:spTree>
      <p:nvGrpSpPr>
        <p:cNvPr id="1" name=""/>
        <p:cNvGrpSpPr/>
        <p:nvPr/>
      </p:nvGrpSpPr>
      <p:grpSpPr>
        <a:xfrm>
          <a:off x="0" y="0"/>
          <a:ext cx="0" cy="0"/>
          <a:chOff x="0" y="0"/>
          <a:chExt cx="0" cy="0"/>
        </a:xfrm>
      </p:grpSpPr>
      <p:sp>
        <p:nvSpPr>
          <p:cNvPr id="54" name="CustomShape 1"/>
          <p:cNvSpPr/>
          <p:nvPr/>
        </p:nvSpPr>
        <p:spPr>
          <a:xfrm>
            <a:off x="3513240" y="6125760"/>
            <a:ext cx="5028480" cy="518040"/>
          </a:xfrm>
          <a:prstGeom prst="rect">
            <a:avLst/>
          </a:prstGeom>
          <a:noFill/>
          <a:ln>
            <a:noFill/>
          </a:ln>
        </p:spPr>
        <p:style>
          <a:lnRef idx="0"/>
          <a:fillRef idx="0"/>
          <a:effectRef idx="0"/>
          <a:fontRef idx="minor"/>
        </p:style>
        <p:txBody>
          <a:bodyPr lIns="90000" rIns="90000" tIns="45000" bIns="45000"/>
          <a:p>
            <a:pPr algn="ctr">
              <a:lnSpc>
                <a:spcPct val="100000"/>
              </a:lnSpc>
            </a:pPr>
            <a:r>
              <a:rPr b="0" lang="ru-RU" sz="2800" spc="-1" strike="noStrike">
                <a:solidFill>
                  <a:srgbClr val="000000"/>
                </a:solidFill>
                <a:uFill>
                  <a:solidFill>
                    <a:srgbClr val="ffffff"/>
                  </a:solidFill>
                </a:uFill>
                <a:latin typeface="Courier New"/>
                <a:ea typeface="DejaVu Sans"/>
              </a:rPr>
              <a:t>Booking ticket</a:t>
            </a:r>
            <a:endParaRPr b="0" lang="ru-RU" sz="1800" spc="-1" strike="noStrike">
              <a:solidFill>
                <a:srgbClr val="000000"/>
              </a:solidFill>
              <a:uFill>
                <a:solidFill>
                  <a:srgbClr val="ffffff"/>
                </a:solidFill>
              </a:uFill>
              <a:latin typeface="Arial"/>
            </a:endParaRPr>
          </a:p>
        </p:txBody>
      </p:sp>
      <p:pic>
        <p:nvPicPr>
          <p:cNvPr id="55" name="Рисунок 3" descr=""/>
          <p:cNvPicPr/>
          <p:nvPr/>
        </p:nvPicPr>
        <p:blipFill>
          <a:blip r:embed="rId2"/>
          <a:stretch/>
        </p:blipFill>
        <p:spPr>
          <a:xfrm>
            <a:off x="1649160" y="202320"/>
            <a:ext cx="8757000" cy="5813280"/>
          </a:xfrm>
          <a:prstGeom prst="rect">
            <a:avLst/>
          </a:prstGeom>
          <a:ln>
            <a:noFill/>
          </a:ln>
        </p:spPr>
      </p:pic>
    </p:spTree>
  </p:cSld>
  <p:timing>
    <p:tnLst>
      <p:par>
        <p:cTn id="15" dur="indefinite" restart="never" nodeType="tmRoot">
          <p:childTnLst>
            <p:seq>
              <p:cTn id="16" nodeType="mainSeq"/>
              <p:prevCondLst>
                <p:cond delay="0" evt="onPrev">
                  <p:tgtEl>
                    <p:sldTgt/>
                  </p:tgtEl>
                </p:cond>
              </p:prevCondLst>
              <p:nextCondLst>
                <p:cond delay="0"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a:blip r:embed="rId1"/>
          <a:stretch>
            <a:fillRect/>
          </a:stretch>
        </a:blipFill>
      </p:bgPr>
    </p:bg>
    <p:spTree>
      <p:nvGrpSpPr>
        <p:cNvPr id="1" name=""/>
        <p:cNvGrpSpPr/>
        <p:nvPr/>
      </p:nvGrpSpPr>
      <p:grpSpPr>
        <a:xfrm>
          <a:off x="0" y="0"/>
          <a:ext cx="0" cy="0"/>
          <a:chOff x="0" y="0"/>
          <a:chExt cx="0" cy="0"/>
        </a:xfrm>
      </p:grpSpPr>
      <p:sp>
        <p:nvSpPr>
          <p:cNvPr id="56" name="CustomShape 1"/>
          <p:cNvSpPr/>
          <p:nvPr/>
        </p:nvSpPr>
        <p:spPr>
          <a:xfrm>
            <a:off x="2900880" y="6030720"/>
            <a:ext cx="6008040" cy="518040"/>
          </a:xfrm>
          <a:prstGeom prst="rect">
            <a:avLst/>
          </a:prstGeom>
          <a:noFill/>
          <a:ln>
            <a:noFill/>
          </a:ln>
        </p:spPr>
        <p:style>
          <a:lnRef idx="0"/>
          <a:fillRef idx="0"/>
          <a:effectRef idx="0"/>
          <a:fontRef idx="minor"/>
        </p:style>
        <p:txBody>
          <a:bodyPr lIns="90000" rIns="90000" tIns="45000" bIns="45000"/>
          <a:p>
            <a:pPr algn="ctr">
              <a:lnSpc>
                <a:spcPct val="100000"/>
              </a:lnSpc>
            </a:pPr>
            <a:r>
              <a:rPr b="0" lang="ru-RU" sz="2800" spc="-1" strike="noStrike">
                <a:solidFill>
                  <a:srgbClr val="000000"/>
                </a:solidFill>
                <a:uFill>
                  <a:solidFill>
                    <a:srgbClr val="ffffff"/>
                  </a:solidFill>
                </a:uFill>
                <a:latin typeface="Courier New"/>
                <a:ea typeface="DejaVu Sans"/>
              </a:rPr>
              <a:t>View ticket and save as PNG</a:t>
            </a:r>
            <a:endParaRPr b="0" lang="ru-RU" sz="1800" spc="-1" strike="noStrike">
              <a:solidFill>
                <a:srgbClr val="000000"/>
              </a:solidFill>
              <a:uFill>
                <a:solidFill>
                  <a:srgbClr val="ffffff"/>
                </a:solidFill>
              </a:uFill>
              <a:latin typeface="Arial"/>
            </a:endParaRPr>
          </a:p>
        </p:txBody>
      </p:sp>
      <p:pic>
        <p:nvPicPr>
          <p:cNvPr id="57" name="Рисунок 3" descr=""/>
          <p:cNvPicPr/>
          <p:nvPr/>
        </p:nvPicPr>
        <p:blipFill>
          <a:blip r:embed="rId2"/>
          <a:stretch/>
        </p:blipFill>
        <p:spPr>
          <a:xfrm>
            <a:off x="1295280" y="1152720"/>
            <a:ext cx="9328320" cy="3612960"/>
          </a:xfrm>
          <a:prstGeom prst="rect">
            <a:avLst/>
          </a:prstGeom>
          <a:ln>
            <a:noFill/>
          </a:ln>
        </p:spPr>
      </p:pic>
    </p:spTree>
  </p:cSld>
  <p:timing>
    <p:tnLst>
      <p:par>
        <p:cTn id="17" dur="indefinite" restart="never" nodeType="tmRoot">
          <p:childTnLst>
            <p:seq>
              <p:cTn id="18" nodeType="mainSeq"/>
              <p:prevCondLst>
                <p:cond delay="0" evt="onPrev">
                  <p:tgtEl>
                    <p:sldTgt/>
                  </p:tgtEl>
                </p:cond>
              </p:prevCondLst>
              <p:nextCondLst>
                <p:cond delay="0"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a:blip r:embed="rId1"/>
          <a:stretch>
            <a:fillRect/>
          </a:stretch>
        </a:blipFill>
      </p:bgPr>
    </p:bg>
    <p:spTree>
      <p:nvGrpSpPr>
        <p:cNvPr id="1" name=""/>
        <p:cNvGrpSpPr/>
        <p:nvPr/>
      </p:nvGrpSpPr>
      <p:grpSpPr>
        <a:xfrm>
          <a:off x="0" y="0"/>
          <a:ext cx="0" cy="0"/>
          <a:chOff x="0" y="0"/>
          <a:chExt cx="0" cy="0"/>
        </a:xfrm>
      </p:grpSpPr>
      <p:sp>
        <p:nvSpPr>
          <p:cNvPr id="58" name="CustomShape 1"/>
          <p:cNvSpPr/>
          <p:nvPr/>
        </p:nvSpPr>
        <p:spPr>
          <a:xfrm>
            <a:off x="4669920" y="465480"/>
            <a:ext cx="2742480" cy="792360"/>
          </a:xfrm>
          <a:prstGeom prst="rect">
            <a:avLst/>
          </a:prstGeom>
          <a:noFill/>
          <a:ln>
            <a:noFill/>
          </a:ln>
        </p:spPr>
        <p:style>
          <a:lnRef idx="0"/>
          <a:fillRef idx="0"/>
          <a:effectRef idx="0"/>
          <a:fontRef idx="minor"/>
        </p:style>
        <p:txBody>
          <a:bodyPr lIns="90000" rIns="90000" tIns="45000" bIns="45000"/>
          <a:p>
            <a:pPr algn="ctr">
              <a:lnSpc>
                <a:spcPct val="100000"/>
              </a:lnSpc>
            </a:pPr>
            <a:r>
              <a:rPr b="1" lang="ru-RU" sz="2800" spc="-1" strike="noStrike">
                <a:solidFill>
                  <a:srgbClr val="000000"/>
                </a:solidFill>
                <a:uFill>
                  <a:solidFill>
                    <a:srgbClr val="ffffff"/>
                  </a:solidFill>
                </a:uFill>
                <a:latin typeface="Courier New"/>
                <a:ea typeface="DejaVu Sans"/>
              </a:rPr>
              <a:t>Conclusion</a:t>
            </a:r>
            <a:endParaRPr b="0" lang="ru-RU" sz="1800" spc="-1" strike="noStrike">
              <a:solidFill>
                <a:srgbClr val="000000"/>
              </a:solidFill>
              <a:uFill>
                <a:solidFill>
                  <a:srgbClr val="ffffff"/>
                </a:solidFill>
              </a:uFill>
              <a:latin typeface="Arial"/>
            </a:endParaRPr>
          </a:p>
          <a:p>
            <a:pPr algn="ctr">
              <a:lnSpc>
                <a:spcPct val="100000"/>
              </a:lnSpc>
            </a:pPr>
            <a:endParaRPr b="0" lang="ru-RU" sz="1800" spc="-1" strike="noStrike">
              <a:solidFill>
                <a:srgbClr val="000000"/>
              </a:solidFill>
              <a:uFill>
                <a:solidFill>
                  <a:srgbClr val="ffffff"/>
                </a:solidFill>
              </a:uFill>
              <a:latin typeface="Arial"/>
            </a:endParaRPr>
          </a:p>
        </p:txBody>
      </p:sp>
      <p:pic>
        <p:nvPicPr>
          <p:cNvPr id="59" name="Рисунок 5" descr=""/>
          <p:cNvPicPr/>
          <p:nvPr/>
        </p:nvPicPr>
        <p:blipFill>
          <a:blip r:embed="rId2"/>
          <a:stretch/>
        </p:blipFill>
        <p:spPr>
          <a:xfrm>
            <a:off x="10850400" y="127800"/>
            <a:ext cx="1117800" cy="1430640"/>
          </a:xfrm>
          <a:prstGeom prst="rect">
            <a:avLst/>
          </a:prstGeom>
          <a:ln>
            <a:noFill/>
          </a:ln>
        </p:spPr>
      </p:pic>
      <p:pic>
        <p:nvPicPr>
          <p:cNvPr id="60" name="Рисунок 8" descr=""/>
          <p:cNvPicPr/>
          <p:nvPr/>
        </p:nvPicPr>
        <p:blipFill>
          <a:blip r:embed="rId3"/>
          <a:stretch/>
        </p:blipFill>
        <p:spPr>
          <a:xfrm>
            <a:off x="257760" y="5490360"/>
            <a:ext cx="1157400" cy="1196640"/>
          </a:xfrm>
          <a:prstGeom prst="rect">
            <a:avLst/>
          </a:prstGeom>
          <a:ln>
            <a:noFill/>
          </a:ln>
        </p:spPr>
      </p:pic>
      <p:pic>
        <p:nvPicPr>
          <p:cNvPr id="61" name="Рисунок 10" descr=""/>
          <p:cNvPicPr/>
          <p:nvPr/>
        </p:nvPicPr>
        <p:blipFill>
          <a:blip r:embed="rId4"/>
          <a:stretch/>
        </p:blipFill>
        <p:spPr>
          <a:xfrm>
            <a:off x="10803240" y="5796000"/>
            <a:ext cx="1225440" cy="966600"/>
          </a:xfrm>
          <a:prstGeom prst="rect">
            <a:avLst/>
          </a:prstGeom>
          <a:ln>
            <a:noFill/>
          </a:ln>
        </p:spPr>
      </p:pic>
      <p:pic>
        <p:nvPicPr>
          <p:cNvPr id="62" name="Рисунок 12" descr=""/>
          <p:cNvPicPr/>
          <p:nvPr/>
        </p:nvPicPr>
        <p:blipFill>
          <a:blip r:embed="rId5"/>
          <a:stretch/>
        </p:blipFill>
        <p:spPr>
          <a:xfrm>
            <a:off x="212400" y="257760"/>
            <a:ext cx="1207440" cy="1210320"/>
          </a:xfrm>
          <a:prstGeom prst="rect">
            <a:avLst/>
          </a:prstGeom>
          <a:ln>
            <a:noFill/>
          </a:ln>
        </p:spPr>
      </p:pic>
      <p:sp>
        <p:nvSpPr>
          <p:cNvPr id="63" name="CustomShape 2"/>
          <p:cNvSpPr/>
          <p:nvPr/>
        </p:nvSpPr>
        <p:spPr>
          <a:xfrm>
            <a:off x="1825920" y="5840280"/>
            <a:ext cx="8430120" cy="792360"/>
          </a:xfrm>
          <a:prstGeom prst="rect">
            <a:avLst/>
          </a:prstGeom>
          <a:noFill/>
          <a:ln>
            <a:noFill/>
          </a:ln>
        </p:spPr>
        <p:style>
          <a:lnRef idx="0"/>
          <a:fillRef idx="0"/>
          <a:effectRef idx="0"/>
          <a:fontRef idx="minor"/>
        </p:style>
        <p:txBody>
          <a:bodyPr lIns="90000" rIns="90000" tIns="45000" bIns="45000"/>
          <a:p>
            <a:pPr algn="ctr">
              <a:lnSpc>
                <a:spcPct val="100000"/>
              </a:lnSpc>
            </a:pPr>
            <a:r>
              <a:rPr b="0" lang="ru-RU" sz="2800" spc="-1" strike="noStrike">
                <a:solidFill>
                  <a:srgbClr val="000000"/>
                </a:solidFill>
                <a:uFill>
                  <a:solidFill>
                    <a:srgbClr val="ffffff"/>
                  </a:solidFill>
                </a:uFill>
                <a:latin typeface="Courier New"/>
                <a:ea typeface="DejaVu Sans"/>
              </a:rPr>
              <a:t>Thank you all who helped me</a:t>
            </a:r>
            <a:endParaRPr b="0" lang="ru-RU" sz="1800" spc="-1" strike="noStrike">
              <a:solidFill>
                <a:srgbClr val="000000"/>
              </a:solidFill>
              <a:uFill>
                <a:solidFill>
                  <a:srgbClr val="ffffff"/>
                </a:solidFill>
              </a:uFill>
              <a:latin typeface="Arial"/>
            </a:endParaRPr>
          </a:p>
          <a:p>
            <a:pPr algn="ctr">
              <a:lnSpc>
                <a:spcPct val="100000"/>
              </a:lnSpc>
            </a:pPr>
            <a:endParaRPr b="0" lang="ru-RU" sz="1800" spc="-1" strike="noStrike">
              <a:solidFill>
                <a:srgbClr val="000000"/>
              </a:solidFill>
              <a:uFill>
                <a:solidFill>
                  <a:srgbClr val="ffffff"/>
                </a:solidFill>
              </a:uFill>
              <a:latin typeface="Arial"/>
            </a:endParaRPr>
          </a:p>
        </p:txBody>
      </p:sp>
      <p:sp>
        <p:nvSpPr>
          <p:cNvPr id="64" name="CustomShape 3"/>
          <p:cNvSpPr/>
          <p:nvPr/>
        </p:nvSpPr>
        <p:spPr>
          <a:xfrm>
            <a:off x="1825920" y="4098600"/>
            <a:ext cx="8430120" cy="746640"/>
          </a:xfrm>
          <a:prstGeom prst="rect">
            <a:avLst/>
          </a:prstGeom>
          <a:noFill/>
          <a:ln>
            <a:noFill/>
          </a:ln>
        </p:spPr>
        <p:style>
          <a:lnRef idx="0"/>
          <a:fillRef idx="0"/>
          <a:effectRef idx="0"/>
          <a:fontRef idx="minor"/>
        </p:style>
        <p:txBody>
          <a:bodyPr lIns="90000" rIns="90000" tIns="45000" bIns="45000"/>
          <a:p>
            <a:pPr algn="ctr">
              <a:lnSpc>
                <a:spcPct val="100000"/>
              </a:lnSpc>
            </a:pPr>
            <a:r>
              <a:rPr b="0" lang="ru-RU" sz="2500" spc="-1" strike="noStrike">
                <a:solidFill>
                  <a:srgbClr val="000000"/>
                </a:solidFill>
                <a:uFill>
                  <a:solidFill>
                    <a:srgbClr val="ffffff"/>
                  </a:solidFill>
                </a:uFill>
                <a:latin typeface="Courier New"/>
                <a:ea typeface="DejaVu Sans"/>
              </a:rPr>
              <a:t>Link to GitHub:</a:t>
            </a:r>
            <a:endParaRPr b="0" lang="ru-RU" sz="1800" spc="-1" strike="noStrike">
              <a:solidFill>
                <a:srgbClr val="000000"/>
              </a:solidFill>
              <a:uFill>
                <a:solidFill>
                  <a:srgbClr val="ffffff"/>
                </a:solidFill>
              </a:uFill>
              <a:latin typeface="Arial"/>
            </a:endParaRPr>
          </a:p>
          <a:p>
            <a:pPr algn="ctr">
              <a:lnSpc>
                <a:spcPct val="100000"/>
              </a:lnSpc>
            </a:pPr>
            <a:endParaRPr b="0" lang="ru-RU" sz="1800" spc="-1" strike="noStrike">
              <a:solidFill>
                <a:srgbClr val="000000"/>
              </a:solidFill>
              <a:uFill>
                <a:solidFill>
                  <a:srgbClr val="ffffff"/>
                </a:solidFill>
              </a:uFill>
              <a:latin typeface="Arial"/>
            </a:endParaRPr>
          </a:p>
        </p:txBody>
      </p:sp>
      <p:sp>
        <p:nvSpPr>
          <p:cNvPr id="65" name="CustomShape 4"/>
          <p:cNvSpPr/>
          <p:nvPr/>
        </p:nvSpPr>
        <p:spPr>
          <a:xfrm>
            <a:off x="1793520" y="2565000"/>
            <a:ext cx="8430120" cy="746640"/>
          </a:xfrm>
          <a:prstGeom prst="rect">
            <a:avLst/>
          </a:prstGeom>
          <a:noFill/>
          <a:ln>
            <a:noFill/>
          </a:ln>
        </p:spPr>
        <p:style>
          <a:lnRef idx="0"/>
          <a:fillRef idx="0"/>
          <a:effectRef idx="0"/>
          <a:fontRef idx="minor"/>
        </p:style>
        <p:txBody>
          <a:bodyPr lIns="90000" rIns="90000" tIns="45000" bIns="45000"/>
          <a:p>
            <a:pPr algn="ctr">
              <a:lnSpc>
                <a:spcPct val="100000"/>
              </a:lnSpc>
            </a:pPr>
            <a:r>
              <a:rPr b="0" lang="ru-RU" sz="2500" spc="-1" strike="noStrike">
                <a:solidFill>
                  <a:srgbClr val="000000"/>
                </a:solidFill>
                <a:uFill>
                  <a:solidFill>
                    <a:srgbClr val="ffffff"/>
                  </a:solidFill>
                </a:uFill>
                <a:latin typeface="Courier New"/>
                <a:ea typeface="DejaVu Sans"/>
              </a:rPr>
              <a:t>Created by  Baltabay</a:t>
            </a:r>
            <a:endParaRPr b="0" lang="ru-RU" sz="1800" spc="-1" strike="noStrike">
              <a:solidFill>
                <a:srgbClr val="000000"/>
              </a:solidFill>
              <a:uFill>
                <a:solidFill>
                  <a:srgbClr val="ffffff"/>
                </a:solidFill>
              </a:uFill>
              <a:latin typeface="Arial"/>
            </a:endParaRPr>
          </a:p>
          <a:p>
            <a:pPr algn="ctr">
              <a:lnSpc>
                <a:spcPct val="100000"/>
              </a:lnSpc>
            </a:pPr>
            <a:endParaRPr b="0" lang="ru-RU" sz="1800" spc="-1" strike="noStrike">
              <a:solidFill>
                <a:srgbClr val="000000"/>
              </a:solidFill>
              <a:uFill>
                <a:solidFill>
                  <a:srgbClr val="ffffff"/>
                </a:solidFill>
              </a:uFill>
              <a:latin typeface="Arial"/>
            </a:endParaRPr>
          </a:p>
        </p:txBody>
      </p:sp>
      <p:sp>
        <p:nvSpPr>
          <p:cNvPr id="66" name="CustomShape 5"/>
          <p:cNvSpPr/>
          <p:nvPr/>
        </p:nvSpPr>
        <p:spPr>
          <a:xfrm>
            <a:off x="3735720" y="4785480"/>
            <a:ext cx="4555800" cy="426240"/>
          </a:xfrm>
          <a:prstGeom prst="rect">
            <a:avLst/>
          </a:prstGeom>
          <a:noFill/>
          <a:ln>
            <a:noFill/>
          </a:ln>
        </p:spPr>
        <p:style>
          <a:lnRef idx="0"/>
          <a:fillRef idx="0"/>
          <a:effectRef idx="0"/>
          <a:fontRef idx="minor"/>
        </p:style>
        <p:txBody>
          <a:bodyPr lIns="90000" rIns="90000" tIns="45000" bIns="45000"/>
          <a:p>
            <a:r>
              <a:rPr b="0" lang="ru-RU" sz="1800" spc="-1" strike="noStrike" u="sng">
                <a:solidFill>
                  <a:srgbClr val="0000ff"/>
                </a:solidFill>
                <a:uFill>
                  <a:solidFill>
                    <a:srgbClr val="ffffff"/>
                  </a:solidFill>
                </a:uFill>
                <a:latin typeface="Arial"/>
                <a:hlinkClick r:id="rId6"/>
              </a:rPr>
              <a:t>https://github.com/Baltabay/Ticket-Booking</a:t>
            </a:r>
            <a:endParaRPr b="0" lang="ru-RU" sz="1800" spc="-1" strike="noStrike">
              <a:solidFill>
                <a:srgbClr val="000000"/>
              </a:solidFill>
              <a:uFill>
                <a:solidFill>
                  <a:srgbClr val="ffffff"/>
                </a:solidFill>
              </a:uFill>
              <a:latin typeface="Arial"/>
            </a:endParaRPr>
          </a:p>
        </p:txBody>
      </p:sp>
    </p:spTree>
  </p:cSld>
  <p:timing>
    <p:tnLst>
      <p:par>
        <p:cTn id="19" dur="indefinite" restart="never" nodeType="tmRoot">
          <p:childTnLst>
            <p:seq>
              <p:cTn id="20" nodeType="mainSeq"/>
              <p:prevCondLst>
                <p:cond delay="0" evt="onPrev">
                  <p:tgtEl>
                    <p:sldTgt/>
                  </p:tgtEl>
                </p:cond>
              </p:prevCondLst>
              <p:nextCondLst>
                <p:cond delay="0" evt="onNext">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29</TotalTime>
  <Application>LibreOffice/5.2.0.4$Windows_x86 LibreOffice_project/066b007f5ebcc236395c7d282ba488bca6720265</Applicat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2012-07-30T23:42:41Z</dcterms:created>
  <dc:creator/>
  <dc:description/>
  <dc:language>ru-RU</dc:language>
  <cp:lastModifiedBy/>
  <dcterms:modified xsi:type="dcterms:W3CDTF">2018-04-25T23:10:41Z</dcterms:modified>
  <cp:revision>14</cp:revision>
  <dc:subject/>
  <dc:title>Презентация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0</vt:bool>
  </property>
  <property fmtid="{D5CDD505-2E9C-101B-9397-08002B2CF9AE}" pid="5" name="LinksUpToDate">
    <vt:bool>0</vt:bool>
  </property>
  <property fmtid="{D5CDD505-2E9C-101B-9397-08002B2CF9AE}" pid="6" name="MMClips">
    <vt:i4>0</vt:i4>
  </property>
  <property fmtid="{D5CDD505-2E9C-101B-9397-08002B2CF9AE}" pid="7" name="Notes">
    <vt:i4>0</vt:i4>
  </property>
  <property fmtid="{D5CDD505-2E9C-101B-9397-08002B2CF9AE}" pid="8" name="PresentationFormat">
    <vt:lpwstr>Широкоэкранный</vt:lpwstr>
  </property>
  <property fmtid="{D5CDD505-2E9C-101B-9397-08002B2CF9AE}" pid="9" name="ScaleCrop">
    <vt:bool>0</vt:bool>
  </property>
  <property fmtid="{D5CDD505-2E9C-101B-9397-08002B2CF9AE}" pid="10" name="ShareDoc">
    <vt:bool>0</vt:bool>
  </property>
  <property fmtid="{D5CDD505-2E9C-101B-9397-08002B2CF9AE}" pid="11" name="Slides">
    <vt:i4>10</vt:i4>
  </property>
</Properties>
</file>